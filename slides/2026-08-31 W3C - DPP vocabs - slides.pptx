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sldIdLst>
    <p:sldId id="256" r:id="rId5"/>
    <p:sldId id="2147482607" r:id="rId6"/>
    <p:sldId id="2147482606" r:id="rId7"/>
    <p:sldId id="2147482608" r:id="rId8"/>
    <p:sldId id="2147482609" r:id="rId9"/>
  </p:sldIdLst>
  <p:sldSz cx="12192000" cy="6858000"/>
  <p:notesSz cx="6858000" cy="9144000"/>
  <p:defaultText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ECECFF"/>
    <a:srgbClr val="A9A9A9"/>
    <a:srgbClr val="005A9C"/>
    <a:srgbClr val="FF9B9B"/>
    <a:srgbClr val="7597D3"/>
    <a:srgbClr val="142E84"/>
    <a:srgbClr val="FEFAF4"/>
    <a:srgbClr val="355DED"/>
    <a:srgbClr val="00C4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A2DD81-9961-FC72-F836-1BDD93F8E518}" v="1344" dt="2025-01-10T12:42:31.4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84" autoAdjust="0"/>
    <p:restoredTop sz="95148" autoAdjust="0"/>
  </p:normalViewPr>
  <p:slideViewPr>
    <p:cSldViewPr snapToGrid="0">
      <p:cViewPr varScale="1">
        <p:scale>
          <a:sx n="85" d="100"/>
          <a:sy n="85" d="100"/>
        </p:scale>
        <p:origin x="136" y="56"/>
      </p:cViewPr>
      <p:guideLst/>
    </p:cSldViewPr>
  </p:slideViewPr>
  <p:notesTextViewPr>
    <p:cViewPr>
      <p:scale>
        <a:sx n="1" d="1"/>
        <a:sy n="1" d="1"/>
      </p:scale>
      <p:origin x="0" y="0"/>
    </p:cViewPr>
  </p:notesTextViewPr>
  <p:sorterViewPr>
    <p:cViewPr>
      <p:scale>
        <a:sx n="100" d="100"/>
        <a:sy n="100" d="100"/>
      </p:scale>
      <p:origin x="0" y="-22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7B970E-C1A0-E840-AC20-790377E930C7}" type="datetimeFigureOut">
              <a:rPr lang="en-PT" smtClean="0"/>
              <a:t>08/31/2026</a:t>
            </a:fld>
            <a:endParaRPr lang="en-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2E29A0-4DF2-3D4E-AF6F-6C4D139DEEA8}" type="slidenum">
              <a:rPr lang="en-PT" smtClean="0"/>
              <a:t>‹N°›</a:t>
            </a:fld>
            <a:endParaRPr lang="en-PT"/>
          </a:p>
        </p:txBody>
      </p:sp>
    </p:spTree>
    <p:extLst>
      <p:ext uri="{BB962C8B-B14F-4D97-AF65-F5344CB8AC3E}">
        <p14:creationId xmlns:p14="http://schemas.microsoft.com/office/powerpoint/2010/main" val="1648002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2401686-B809-60E6-17C5-C83C137BA066}"/>
              </a:ext>
            </a:extLst>
          </p:cNvPr>
          <p:cNvSpPr>
            <a:spLocks noGrp="1"/>
          </p:cNvSpPr>
          <p:nvPr>
            <p:ph type="ctrTitle" hasCustomPrompt="1"/>
          </p:nvPr>
        </p:nvSpPr>
        <p:spPr>
          <a:xfrm>
            <a:off x="936172" y="2623910"/>
            <a:ext cx="9007929" cy="600983"/>
          </a:xfrm>
        </p:spPr>
        <p:txBody>
          <a:bodyPr anchor="b">
            <a:normAutofit/>
          </a:bodyPr>
          <a:lstStyle>
            <a:lvl1pPr algn="l">
              <a:defRPr sz="3200" b="1">
                <a:solidFill>
                  <a:srgbClr val="009980"/>
                </a:solidFill>
                <a:latin typeface="Arial Nova" panose="020B0504020202020204" pitchFamily="34" charset="0"/>
              </a:defRPr>
            </a:lvl1pPr>
          </a:lstStyle>
          <a:p>
            <a:r>
              <a:rPr lang="en-PT" dirty="0"/>
              <a:t>Click to edit the title</a:t>
            </a:r>
          </a:p>
        </p:txBody>
      </p:sp>
      <p:sp>
        <p:nvSpPr>
          <p:cNvPr id="8" name="Subtitle 2">
            <a:extLst>
              <a:ext uri="{FF2B5EF4-FFF2-40B4-BE49-F238E27FC236}">
                <a16:creationId xmlns:a16="http://schemas.microsoft.com/office/drawing/2014/main" id="{CE55E26A-F52D-F881-40FA-28697C2BB8AE}"/>
              </a:ext>
            </a:extLst>
          </p:cNvPr>
          <p:cNvSpPr>
            <a:spLocks noGrp="1"/>
          </p:cNvSpPr>
          <p:nvPr>
            <p:ph type="subTitle" idx="1" hasCustomPrompt="1"/>
          </p:nvPr>
        </p:nvSpPr>
        <p:spPr>
          <a:xfrm>
            <a:off x="936172" y="3429000"/>
            <a:ext cx="9007929" cy="600983"/>
          </a:xfrm>
        </p:spPr>
        <p:txBody>
          <a:bodyPr>
            <a:normAutofit/>
          </a:bodyPr>
          <a:lstStyle>
            <a:lvl1pPr marL="0" indent="0" algn="l">
              <a:buNone/>
              <a:defRPr lang="en-PT" sz="2800" kern="1200" dirty="0">
                <a:solidFill>
                  <a:srgbClr val="01364D"/>
                </a:solidFill>
                <a:latin typeface="Arial Nova" panose="020B0504020202020204" pitchFamily="34"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the subtitle</a:t>
            </a:r>
            <a:endParaRPr lang="en-PT" dirty="0"/>
          </a:p>
        </p:txBody>
      </p:sp>
      <p:pic>
        <p:nvPicPr>
          <p:cNvPr id="9" name="Picture 8" descr="A logo with blue and orange text&#10;&#10;Description automatically generated">
            <a:extLst>
              <a:ext uri="{FF2B5EF4-FFF2-40B4-BE49-F238E27FC236}">
                <a16:creationId xmlns:a16="http://schemas.microsoft.com/office/drawing/2014/main" id="{0843010D-9ADB-B2D8-FBF4-2FE03115EE2D}"/>
              </a:ext>
            </a:extLst>
          </p:cNvPr>
          <p:cNvPicPr>
            <a:picLocks noChangeAspect="1"/>
          </p:cNvPicPr>
          <p:nvPr userDrawn="1"/>
        </p:nvPicPr>
        <p:blipFill>
          <a:blip r:embed="rId2"/>
          <a:stretch>
            <a:fillRect/>
          </a:stretch>
        </p:blipFill>
        <p:spPr>
          <a:xfrm>
            <a:off x="936172" y="586441"/>
            <a:ext cx="2578924" cy="1088306"/>
          </a:xfrm>
          <a:prstGeom prst="rect">
            <a:avLst/>
          </a:prstGeom>
        </p:spPr>
      </p:pic>
      <p:sp>
        <p:nvSpPr>
          <p:cNvPr id="10" name="Text Placeholder 22">
            <a:extLst>
              <a:ext uri="{FF2B5EF4-FFF2-40B4-BE49-F238E27FC236}">
                <a16:creationId xmlns:a16="http://schemas.microsoft.com/office/drawing/2014/main" id="{80932812-5547-EA58-B1E2-C0C1E030543D}"/>
              </a:ext>
            </a:extLst>
          </p:cNvPr>
          <p:cNvSpPr>
            <a:spLocks noGrp="1"/>
          </p:cNvSpPr>
          <p:nvPr>
            <p:ph type="body" sz="quarter" idx="11" hasCustomPrompt="1"/>
          </p:nvPr>
        </p:nvSpPr>
        <p:spPr>
          <a:xfrm>
            <a:off x="936626" y="4562476"/>
            <a:ext cx="7627272" cy="422274"/>
          </a:xfrm>
        </p:spPr>
        <p:txBody>
          <a:bodyPr>
            <a:normAutofit/>
          </a:bodyPr>
          <a:lstStyle>
            <a:lvl1pPr marL="0" indent="0">
              <a:buNone/>
              <a:defRPr sz="2000">
                <a:solidFill>
                  <a:srgbClr val="D5682D"/>
                </a:solidFill>
                <a:latin typeface="Arial Nova" panose="020B0504020202020204" pitchFamily="34" charset="0"/>
              </a:defRPr>
            </a:lvl1pPr>
          </a:lstStyle>
          <a:p>
            <a:pPr lvl="0"/>
            <a:r>
              <a:rPr lang="en-PT" dirty="0"/>
              <a:t>Name, Affiliation</a:t>
            </a:r>
          </a:p>
        </p:txBody>
      </p:sp>
      <p:sp>
        <p:nvSpPr>
          <p:cNvPr id="11" name="Text Placeholder 22">
            <a:extLst>
              <a:ext uri="{FF2B5EF4-FFF2-40B4-BE49-F238E27FC236}">
                <a16:creationId xmlns:a16="http://schemas.microsoft.com/office/drawing/2014/main" id="{64B8941C-A124-AD51-1919-A103146A36B3}"/>
              </a:ext>
            </a:extLst>
          </p:cNvPr>
          <p:cNvSpPr>
            <a:spLocks noGrp="1"/>
          </p:cNvSpPr>
          <p:nvPr>
            <p:ph type="body" sz="quarter" idx="12" hasCustomPrompt="1"/>
          </p:nvPr>
        </p:nvSpPr>
        <p:spPr>
          <a:xfrm>
            <a:off x="936626" y="5063247"/>
            <a:ext cx="7627272" cy="272598"/>
          </a:xfrm>
        </p:spPr>
        <p:txBody>
          <a:bodyPr>
            <a:normAutofit/>
          </a:bodyPr>
          <a:lstStyle>
            <a:lvl1pPr marL="0" indent="0">
              <a:buNone/>
              <a:defRPr sz="1400">
                <a:solidFill>
                  <a:srgbClr val="01364D"/>
                </a:solidFill>
                <a:latin typeface="Arial Nova" panose="020B0504020202020204" pitchFamily="34" charset="0"/>
              </a:defRPr>
            </a:lvl1pPr>
          </a:lstStyle>
          <a:p>
            <a:pPr lvl="0"/>
            <a:r>
              <a:rPr lang="en-PT" dirty="0"/>
              <a:t>Date &amp; Place</a:t>
            </a:r>
          </a:p>
        </p:txBody>
      </p:sp>
      <p:pic>
        <p:nvPicPr>
          <p:cNvPr id="12" name="Picture 11" descr="Blue text on a black background&#10;&#10;Description automatically generated">
            <a:extLst>
              <a:ext uri="{FF2B5EF4-FFF2-40B4-BE49-F238E27FC236}">
                <a16:creationId xmlns:a16="http://schemas.microsoft.com/office/drawing/2014/main" id="{4413A28E-A5D0-CC4B-2233-A72CC57871EC}"/>
              </a:ext>
            </a:extLst>
          </p:cNvPr>
          <p:cNvPicPr>
            <a:picLocks noChangeAspect="1"/>
          </p:cNvPicPr>
          <p:nvPr userDrawn="1"/>
        </p:nvPicPr>
        <p:blipFill>
          <a:blip r:embed="rId3"/>
          <a:stretch>
            <a:fillRect/>
          </a:stretch>
        </p:blipFill>
        <p:spPr>
          <a:xfrm>
            <a:off x="936172" y="6245406"/>
            <a:ext cx="1679209" cy="349835"/>
          </a:xfrm>
          <a:prstGeom prst="rect">
            <a:avLst/>
          </a:prstGeom>
        </p:spPr>
      </p:pic>
    </p:spTree>
    <p:extLst>
      <p:ext uri="{BB962C8B-B14F-4D97-AF65-F5344CB8AC3E}">
        <p14:creationId xmlns:p14="http://schemas.microsoft.com/office/powerpoint/2010/main" val="4073357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6C6904B-0E51-ECE7-EA7D-5A75EA27CCE1}"/>
              </a:ext>
            </a:extLst>
          </p:cNvPr>
          <p:cNvSpPr>
            <a:spLocks noGrp="1"/>
          </p:cNvSpPr>
          <p:nvPr>
            <p:ph type="title"/>
          </p:nvPr>
        </p:nvSpPr>
        <p:spPr>
          <a:xfrm>
            <a:off x="485412" y="396037"/>
            <a:ext cx="9098426" cy="840533"/>
          </a:xfrm>
        </p:spPr>
        <p:txBody>
          <a:bodyPr anchor="t">
            <a:normAutofit/>
          </a:bodyPr>
          <a:lstStyle>
            <a:lvl1pPr fontAlgn="auto">
              <a:defRPr sz="2800">
                <a:solidFill>
                  <a:srgbClr val="D5682D"/>
                </a:solidFill>
              </a:defRPr>
            </a:lvl1pPr>
          </a:lstStyle>
          <a:p>
            <a:r>
              <a:rPr lang="en-GB" dirty="0"/>
              <a:t>Click to edit Master title style</a:t>
            </a:r>
            <a:endParaRPr lang="en-PT" dirty="0"/>
          </a:p>
        </p:txBody>
      </p:sp>
      <p:pic>
        <p:nvPicPr>
          <p:cNvPr id="9" name="Picture 8">
            <a:extLst>
              <a:ext uri="{FF2B5EF4-FFF2-40B4-BE49-F238E27FC236}">
                <a16:creationId xmlns:a16="http://schemas.microsoft.com/office/drawing/2014/main" id="{9AAEA9BF-DDD0-DB91-7925-A2AE9DA8338B}"/>
              </a:ext>
            </a:extLst>
          </p:cNvPr>
          <p:cNvPicPr>
            <a:picLocks noChangeAspect="1"/>
          </p:cNvPicPr>
          <p:nvPr userDrawn="1"/>
        </p:nvPicPr>
        <p:blipFill rotWithShape="1">
          <a:blip r:embed="rId2"/>
          <a:srcRect l="584" t="44436" r="584" b="20170"/>
          <a:stretch/>
        </p:blipFill>
        <p:spPr>
          <a:xfrm>
            <a:off x="485412" y="1310479"/>
            <a:ext cx="11221171" cy="62266"/>
          </a:xfrm>
          <a:prstGeom prst="rect">
            <a:avLst/>
          </a:prstGeom>
        </p:spPr>
      </p:pic>
      <p:pic>
        <p:nvPicPr>
          <p:cNvPr id="10" name="Picture 9" descr="Blue text on a black background&#10;&#10;Description automatically generated">
            <a:extLst>
              <a:ext uri="{FF2B5EF4-FFF2-40B4-BE49-F238E27FC236}">
                <a16:creationId xmlns:a16="http://schemas.microsoft.com/office/drawing/2014/main" id="{23F7B282-3B2D-5DB9-A69C-4D6297A77A1A}"/>
              </a:ext>
            </a:extLst>
          </p:cNvPr>
          <p:cNvPicPr>
            <a:picLocks noChangeAspect="1"/>
          </p:cNvPicPr>
          <p:nvPr userDrawn="1"/>
        </p:nvPicPr>
        <p:blipFill>
          <a:blip r:embed="rId3"/>
          <a:stretch>
            <a:fillRect/>
          </a:stretch>
        </p:blipFill>
        <p:spPr>
          <a:xfrm>
            <a:off x="485412" y="6458150"/>
            <a:ext cx="1097281" cy="228600"/>
          </a:xfrm>
          <a:prstGeom prst="rect">
            <a:avLst/>
          </a:prstGeom>
        </p:spPr>
      </p:pic>
      <p:pic>
        <p:nvPicPr>
          <p:cNvPr id="11" name="Picture 10" descr="A logo with blue and orange text&#10;&#10;Description automatically generated">
            <a:extLst>
              <a:ext uri="{FF2B5EF4-FFF2-40B4-BE49-F238E27FC236}">
                <a16:creationId xmlns:a16="http://schemas.microsoft.com/office/drawing/2014/main" id="{6A7AA4D3-6E77-29BA-E2AE-0ADB83054E9A}"/>
              </a:ext>
            </a:extLst>
          </p:cNvPr>
          <p:cNvPicPr>
            <a:picLocks noChangeAspect="1"/>
          </p:cNvPicPr>
          <p:nvPr userDrawn="1"/>
        </p:nvPicPr>
        <p:blipFill>
          <a:blip r:embed="rId4"/>
          <a:stretch>
            <a:fillRect/>
          </a:stretch>
        </p:blipFill>
        <p:spPr>
          <a:xfrm>
            <a:off x="10354388" y="396037"/>
            <a:ext cx="1352195" cy="570626"/>
          </a:xfrm>
          <a:prstGeom prst="rect">
            <a:avLst/>
          </a:prstGeom>
        </p:spPr>
      </p:pic>
      <p:sp>
        <p:nvSpPr>
          <p:cNvPr id="12" name="Content Placeholder 2">
            <a:extLst>
              <a:ext uri="{FF2B5EF4-FFF2-40B4-BE49-F238E27FC236}">
                <a16:creationId xmlns:a16="http://schemas.microsoft.com/office/drawing/2014/main" id="{10B57EDA-8799-F8A4-4627-F0572C668E9A}"/>
              </a:ext>
            </a:extLst>
          </p:cNvPr>
          <p:cNvSpPr>
            <a:spLocks noGrp="1"/>
          </p:cNvSpPr>
          <p:nvPr>
            <p:ph idx="13"/>
          </p:nvPr>
        </p:nvSpPr>
        <p:spPr>
          <a:xfrm>
            <a:off x="483895" y="1510035"/>
            <a:ext cx="11221171" cy="4811939"/>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T" dirty="0"/>
          </a:p>
        </p:txBody>
      </p:sp>
      <p:sp>
        <p:nvSpPr>
          <p:cNvPr id="2" name="Slide Number Placeholder 5">
            <a:extLst>
              <a:ext uri="{FF2B5EF4-FFF2-40B4-BE49-F238E27FC236}">
                <a16:creationId xmlns:a16="http://schemas.microsoft.com/office/drawing/2014/main" id="{343D99E6-9E42-FE85-A2BE-EA0E0DD6D9C5}"/>
              </a:ext>
            </a:extLst>
          </p:cNvPr>
          <p:cNvSpPr txBox="1">
            <a:spLocks/>
          </p:cNvSpPr>
          <p:nvPr userDrawn="1"/>
        </p:nvSpPr>
        <p:spPr>
          <a:xfrm>
            <a:off x="11267423" y="6458150"/>
            <a:ext cx="437643" cy="228600"/>
          </a:xfrm>
          <a:prstGeom prst="rect">
            <a:avLst/>
          </a:prstGeom>
        </p:spPr>
        <p:txBody>
          <a:bodyPr vert="horz" lIns="91440" tIns="45720" rIns="91440" bIns="45720" rtlCol="0" anchor="ctr"/>
          <a:lstStyle>
            <a:defPPr>
              <a:defRPr lang="en-P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A69646-C82F-834D-AEA1-D46061559697}" type="slidenum">
              <a:rPr lang="en-PT" sz="1000" smtClean="0">
                <a:solidFill>
                  <a:schemeClr val="accent1"/>
                </a:solidFill>
                <a:latin typeface="Arial Nova" panose="020B0504020202020204" pitchFamily="34" charset="0"/>
              </a:rPr>
              <a:pPr/>
              <a:t>‹N°›</a:t>
            </a:fld>
            <a:endParaRPr lang="en-PT" sz="1000" dirty="0">
              <a:solidFill>
                <a:schemeClr val="accent1"/>
              </a:solidFill>
              <a:latin typeface="Arial Nova" panose="020B0504020202020204" pitchFamily="34" charset="0"/>
            </a:endParaRPr>
          </a:p>
        </p:txBody>
      </p:sp>
    </p:spTree>
    <p:extLst>
      <p:ext uri="{BB962C8B-B14F-4D97-AF65-F5344CB8AC3E}">
        <p14:creationId xmlns:p14="http://schemas.microsoft.com/office/powerpoint/2010/main" val="1835207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2EC62687-BC1A-BD9C-28CC-1B2AEF6C70B7}"/>
              </a:ext>
            </a:extLst>
          </p:cNvPr>
          <p:cNvSpPr>
            <a:spLocks noGrp="1"/>
          </p:cNvSpPr>
          <p:nvPr>
            <p:ph idx="13"/>
          </p:nvPr>
        </p:nvSpPr>
        <p:spPr>
          <a:xfrm>
            <a:off x="483896" y="1510035"/>
            <a:ext cx="5535904" cy="4811939"/>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T" dirty="0"/>
          </a:p>
        </p:txBody>
      </p:sp>
      <p:sp>
        <p:nvSpPr>
          <p:cNvPr id="14" name="Content Placeholder 2">
            <a:extLst>
              <a:ext uri="{FF2B5EF4-FFF2-40B4-BE49-F238E27FC236}">
                <a16:creationId xmlns:a16="http://schemas.microsoft.com/office/drawing/2014/main" id="{A1DB68CE-97DD-602B-B698-1C136BF36408}"/>
              </a:ext>
            </a:extLst>
          </p:cNvPr>
          <p:cNvSpPr>
            <a:spLocks noGrp="1"/>
          </p:cNvSpPr>
          <p:nvPr>
            <p:ph idx="14"/>
          </p:nvPr>
        </p:nvSpPr>
        <p:spPr>
          <a:xfrm>
            <a:off x="6172200" y="1504954"/>
            <a:ext cx="5535904" cy="4811939"/>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T" dirty="0"/>
          </a:p>
        </p:txBody>
      </p:sp>
      <p:sp>
        <p:nvSpPr>
          <p:cNvPr id="8" name="Title 1">
            <a:extLst>
              <a:ext uri="{FF2B5EF4-FFF2-40B4-BE49-F238E27FC236}">
                <a16:creationId xmlns:a16="http://schemas.microsoft.com/office/drawing/2014/main" id="{8E009F4E-1DFD-FD7B-B2DB-645535D931F0}"/>
              </a:ext>
            </a:extLst>
          </p:cNvPr>
          <p:cNvSpPr>
            <a:spLocks noGrp="1"/>
          </p:cNvSpPr>
          <p:nvPr>
            <p:ph type="title"/>
          </p:nvPr>
        </p:nvSpPr>
        <p:spPr>
          <a:xfrm>
            <a:off x="485412" y="396037"/>
            <a:ext cx="9098426" cy="840533"/>
          </a:xfrm>
        </p:spPr>
        <p:txBody>
          <a:bodyPr anchor="t">
            <a:normAutofit/>
          </a:bodyPr>
          <a:lstStyle>
            <a:lvl1pPr fontAlgn="auto">
              <a:defRPr sz="2800">
                <a:solidFill>
                  <a:srgbClr val="D5682D"/>
                </a:solidFill>
              </a:defRPr>
            </a:lvl1pPr>
          </a:lstStyle>
          <a:p>
            <a:r>
              <a:rPr lang="en-GB" dirty="0"/>
              <a:t>Click to edit Master title style</a:t>
            </a:r>
            <a:endParaRPr lang="en-PT" dirty="0"/>
          </a:p>
        </p:txBody>
      </p:sp>
      <p:pic>
        <p:nvPicPr>
          <p:cNvPr id="10" name="Picture 9">
            <a:extLst>
              <a:ext uri="{FF2B5EF4-FFF2-40B4-BE49-F238E27FC236}">
                <a16:creationId xmlns:a16="http://schemas.microsoft.com/office/drawing/2014/main" id="{7064B3C2-B081-5700-032F-3FC52CAEDBE5}"/>
              </a:ext>
            </a:extLst>
          </p:cNvPr>
          <p:cNvPicPr>
            <a:picLocks noChangeAspect="1"/>
          </p:cNvPicPr>
          <p:nvPr userDrawn="1"/>
        </p:nvPicPr>
        <p:blipFill rotWithShape="1">
          <a:blip r:embed="rId2"/>
          <a:srcRect l="584" t="44436" r="584" b="20170"/>
          <a:stretch/>
        </p:blipFill>
        <p:spPr>
          <a:xfrm>
            <a:off x="485412" y="1310479"/>
            <a:ext cx="11221171" cy="62266"/>
          </a:xfrm>
          <a:prstGeom prst="rect">
            <a:avLst/>
          </a:prstGeom>
        </p:spPr>
      </p:pic>
      <p:pic>
        <p:nvPicPr>
          <p:cNvPr id="11" name="Picture 10" descr="Blue text on a black background&#10;&#10;Description automatically generated">
            <a:extLst>
              <a:ext uri="{FF2B5EF4-FFF2-40B4-BE49-F238E27FC236}">
                <a16:creationId xmlns:a16="http://schemas.microsoft.com/office/drawing/2014/main" id="{343FF4B7-B8F0-0041-09EE-E704FA6E5979}"/>
              </a:ext>
            </a:extLst>
          </p:cNvPr>
          <p:cNvPicPr>
            <a:picLocks noChangeAspect="1"/>
          </p:cNvPicPr>
          <p:nvPr userDrawn="1"/>
        </p:nvPicPr>
        <p:blipFill>
          <a:blip r:embed="rId3"/>
          <a:stretch>
            <a:fillRect/>
          </a:stretch>
        </p:blipFill>
        <p:spPr>
          <a:xfrm>
            <a:off x="485412" y="6458150"/>
            <a:ext cx="1097281" cy="228600"/>
          </a:xfrm>
          <a:prstGeom prst="rect">
            <a:avLst/>
          </a:prstGeom>
        </p:spPr>
      </p:pic>
      <p:pic>
        <p:nvPicPr>
          <p:cNvPr id="12" name="Picture 11" descr="A logo with blue and orange text&#10;&#10;Description automatically generated">
            <a:extLst>
              <a:ext uri="{FF2B5EF4-FFF2-40B4-BE49-F238E27FC236}">
                <a16:creationId xmlns:a16="http://schemas.microsoft.com/office/drawing/2014/main" id="{B2EC4F89-35E4-D41F-328A-965FFB596F0A}"/>
              </a:ext>
            </a:extLst>
          </p:cNvPr>
          <p:cNvPicPr>
            <a:picLocks noChangeAspect="1"/>
          </p:cNvPicPr>
          <p:nvPr userDrawn="1"/>
        </p:nvPicPr>
        <p:blipFill>
          <a:blip r:embed="rId4"/>
          <a:stretch>
            <a:fillRect/>
          </a:stretch>
        </p:blipFill>
        <p:spPr>
          <a:xfrm>
            <a:off x="10354388" y="396037"/>
            <a:ext cx="1352195" cy="570626"/>
          </a:xfrm>
          <a:prstGeom prst="rect">
            <a:avLst/>
          </a:prstGeom>
        </p:spPr>
      </p:pic>
      <p:sp>
        <p:nvSpPr>
          <p:cNvPr id="2" name="Slide Number Placeholder 5">
            <a:extLst>
              <a:ext uri="{FF2B5EF4-FFF2-40B4-BE49-F238E27FC236}">
                <a16:creationId xmlns:a16="http://schemas.microsoft.com/office/drawing/2014/main" id="{84C3E852-CBD9-A04D-1965-E29B2383DAB6}"/>
              </a:ext>
            </a:extLst>
          </p:cNvPr>
          <p:cNvSpPr txBox="1">
            <a:spLocks/>
          </p:cNvSpPr>
          <p:nvPr userDrawn="1"/>
        </p:nvSpPr>
        <p:spPr>
          <a:xfrm>
            <a:off x="11267423" y="6458150"/>
            <a:ext cx="437643" cy="228600"/>
          </a:xfrm>
          <a:prstGeom prst="rect">
            <a:avLst/>
          </a:prstGeom>
        </p:spPr>
        <p:txBody>
          <a:bodyPr vert="horz" lIns="91440" tIns="45720" rIns="91440" bIns="45720" rtlCol="0" anchor="ctr"/>
          <a:lstStyle>
            <a:defPPr>
              <a:defRPr lang="en-P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A69646-C82F-834D-AEA1-D46061559697}" type="slidenum">
              <a:rPr lang="en-PT" sz="1000" smtClean="0">
                <a:solidFill>
                  <a:schemeClr val="accent1"/>
                </a:solidFill>
                <a:latin typeface="Arial Nova" panose="020B0504020202020204" pitchFamily="34" charset="0"/>
              </a:rPr>
              <a:pPr/>
              <a:t>‹N°›</a:t>
            </a:fld>
            <a:endParaRPr lang="en-PT" sz="1000" dirty="0">
              <a:solidFill>
                <a:schemeClr val="accent1"/>
              </a:solidFill>
              <a:latin typeface="Arial Nova" panose="020B0504020202020204" pitchFamily="34" charset="0"/>
            </a:endParaRPr>
          </a:p>
        </p:txBody>
      </p:sp>
      <p:sp>
        <p:nvSpPr>
          <p:cNvPr id="9" name="Rectangle 8"/>
          <p:cNvSpPr/>
          <p:nvPr userDrawn="1"/>
        </p:nvSpPr>
        <p:spPr>
          <a:xfrm>
            <a:off x="5841063" y="6245406"/>
            <a:ext cx="1960793" cy="461665"/>
          </a:xfrm>
          <a:prstGeom prst="rect">
            <a:avLst/>
          </a:prstGeom>
        </p:spPr>
        <p:txBody>
          <a:bodyPr wrap="none">
            <a:spAutoFit/>
          </a:bodyPr>
          <a:lstStyle/>
          <a:p>
            <a:r>
              <a:rPr lang="en-US" sz="2400" b="1" noProof="0" dirty="0">
                <a:solidFill>
                  <a:srgbClr val="FF0000"/>
                </a:solidFill>
              </a:rPr>
              <a:t>Confidential</a:t>
            </a:r>
          </a:p>
        </p:txBody>
      </p:sp>
    </p:spTree>
    <p:extLst>
      <p:ext uri="{BB962C8B-B14F-4D97-AF65-F5344CB8AC3E}">
        <p14:creationId xmlns:p14="http://schemas.microsoft.com/office/powerpoint/2010/main" val="926352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95D472-7FF8-AD45-2941-4C4AE63D62CE}"/>
              </a:ext>
            </a:extLst>
          </p:cNvPr>
          <p:cNvSpPr>
            <a:spLocks noGrp="1"/>
          </p:cNvSpPr>
          <p:nvPr>
            <p:ph type="body" idx="1"/>
          </p:nvPr>
        </p:nvSpPr>
        <p:spPr>
          <a:xfrm>
            <a:off x="485412" y="1511231"/>
            <a:ext cx="5512163"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D1AFC39F-9E1D-3C01-D79B-886543371B4F}"/>
              </a:ext>
            </a:extLst>
          </p:cNvPr>
          <p:cNvSpPr>
            <a:spLocks noGrp="1"/>
          </p:cNvSpPr>
          <p:nvPr>
            <p:ph sz="half" idx="2"/>
          </p:nvPr>
        </p:nvSpPr>
        <p:spPr>
          <a:xfrm>
            <a:off x="485412" y="2395242"/>
            <a:ext cx="5512163" cy="37944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5" name="Text Placeholder 4">
            <a:extLst>
              <a:ext uri="{FF2B5EF4-FFF2-40B4-BE49-F238E27FC236}">
                <a16:creationId xmlns:a16="http://schemas.microsoft.com/office/drawing/2014/main" id="{CB40CCC7-3D0F-A928-E2E2-F2767239CD10}"/>
              </a:ext>
            </a:extLst>
          </p:cNvPr>
          <p:cNvSpPr>
            <a:spLocks noGrp="1"/>
          </p:cNvSpPr>
          <p:nvPr>
            <p:ph type="body" sz="quarter" idx="3"/>
          </p:nvPr>
        </p:nvSpPr>
        <p:spPr>
          <a:xfrm>
            <a:off x="6172199" y="1505057"/>
            <a:ext cx="5534383"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4C296666-E896-55FD-AE99-21569D8726CC}"/>
              </a:ext>
            </a:extLst>
          </p:cNvPr>
          <p:cNvSpPr>
            <a:spLocks noGrp="1"/>
          </p:cNvSpPr>
          <p:nvPr>
            <p:ph sz="quarter" idx="4"/>
          </p:nvPr>
        </p:nvSpPr>
        <p:spPr>
          <a:xfrm>
            <a:off x="6172200" y="2395242"/>
            <a:ext cx="5534382" cy="37944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10" name="Title 1">
            <a:extLst>
              <a:ext uri="{FF2B5EF4-FFF2-40B4-BE49-F238E27FC236}">
                <a16:creationId xmlns:a16="http://schemas.microsoft.com/office/drawing/2014/main" id="{0C65F896-7FEA-5E0C-26A2-090945772251}"/>
              </a:ext>
            </a:extLst>
          </p:cNvPr>
          <p:cNvSpPr>
            <a:spLocks noGrp="1"/>
          </p:cNvSpPr>
          <p:nvPr>
            <p:ph type="title"/>
          </p:nvPr>
        </p:nvSpPr>
        <p:spPr>
          <a:xfrm>
            <a:off x="485412" y="396037"/>
            <a:ext cx="9098426" cy="840533"/>
          </a:xfrm>
        </p:spPr>
        <p:txBody>
          <a:bodyPr anchor="t">
            <a:normAutofit/>
          </a:bodyPr>
          <a:lstStyle>
            <a:lvl1pPr fontAlgn="auto">
              <a:defRPr sz="2800">
                <a:solidFill>
                  <a:srgbClr val="D5682D"/>
                </a:solidFill>
              </a:defRPr>
            </a:lvl1pPr>
          </a:lstStyle>
          <a:p>
            <a:r>
              <a:rPr lang="en-GB" dirty="0"/>
              <a:t>Click to edit Master title style</a:t>
            </a:r>
            <a:endParaRPr lang="en-PT" dirty="0"/>
          </a:p>
        </p:txBody>
      </p:sp>
      <p:pic>
        <p:nvPicPr>
          <p:cNvPr id="12" name="Picture 11">
            <a:extLst>
              <a:ext uri="{FF2B5EF4-FFF2-40B4-BE49-F238E27FC236}">
                <a16:creationId xmlns:a16="http://schemas.microsoft.com/office/drawing/2014/main" id="{DCCC07DB-691E-5F12-12C9-FBD8AF0576DB}"/>
              </a:ext>
            </a:extLst>
          </p:cNvPr>
          <p:cNvPicPr>
            <a:picLocks noChangeAspect="1"/>
          </p:cNvPicPr>
          <p:nvPr userDrawn="1"/>
        </p:nvPicPr>
        <p:blipFill rotWithShape="1">
          <a:blip r:embed="rId2"/>
          <a:srcRect l="584" t="44436" r="584" b="20170"/>
          <a:stretch/>
        </p:blipFill>
        <p:spPr>
          <a:xfrm>
            <a:off x="485412" y="1310479"/>
            <a:ext cx="11221171" cy="62266"/>
          </a:xfrm>
          <a:prstGeom prst="rect">
            <a:avLst/>
          </a:prstGeom>
        </p:spPr>
      </p:pic>
      <p:pic>
        <p:nvPicPr>
          <p:cNvPr id="13" name="Picture 12" descr="Blue text on a black background&#10;&#10;Description automatically generated">
            <a:extLst>
              <a:ext uri="{FF2B5EF4-FFF2-40B4-BE49-F238E27FC236}">
                <a16:creationId xmlns:a16="http://schemas.microsoft.com/office/drawing/2014/main" id="{CDD23B67-163A-1393-8E8F-C089E79E15CC}"/>
              </a:ext>
            </a:extLst>
          </p:cNvPr>
          <p:cNvPicPr>
            <a:picLocks noChangeAspect="1"/>
          </p:cNvPicPr>
          <p:nvPr userDrawn="1"/>
        </p:nvPicPr>
        <p:blipFill>
          <a:blip r:embed="rId3"/>
          <a:stretch>
            <a:fillRect/>
          </a:stretch>
        </p:blipFill>
        <p:spPr>
          <a:xfrm>
            <a:off x="485412" y="6458150"/>
            <a:ext cx="1097281" cy="228600"/>
          </a:xfrm>
          <a:prstGeom prst="rect">
            <a:avLst/>
          </a:prstGeom>
        </p:spPr>
      </p:pic>
      <p:pic>
        <p:nvPicPr>
          <p:cNvPr id="14" name="Picture 13" descr="A logo with blue and orange text&#10;&#10;Description automatically generated">
            <a:extLst>
              <a:ext uri="{FF2B5EF4-FFF2-40B4-BE49-F238E27FC236}">
                <a16:creationId xmlns:a16="http://schemas.microsoft.com/office/drawing/2014/main" id="{BF9F7ED8-65E5-6C1E-5E3E-F65E0C8EECF1}"/>
              </a:ext>
            </a:extLst>
          </p:cNvPr>
          <p:cNvPicPr>
            <a:picLocks noChangeAspect="1"/>
          </p:cNvPicPr>
          <p:nvPr userDrawn="1"/>
        </p:nvPicPr>
        <p:blipFill>
          <a:blip r:embed="rId4"/>
          <a:stretch>
            <a:fillRect/>
          </a:stretch>
        </p:blipFill>
        <p:spPr>
          <a:xfrm>
            <a:off x="10354388" y="396037"/>
            <a:ext cx="1352195" cy="570626"/>
          </a:xfrm>
          <a:prstGeom prst="rect">
            <a:avLst/>
          </a:prstGeom>
        </p:spPr>
      </p:pic>
      <p:sp>
        <p:nvSpPr>
          <p:cNvPr id="2" name="Slide Number Placeholder 5">
            <a:extLst>
              <a:ext uri="{FF2B5EF4-FFF2-40B4-BE49-F238E27FC236}">
                <a16:creationId xmlns:a16="http://schemas.microsoft.com/office/drawing/2014/main" id="{9CF89A74-A70B-0846-3A5E-AD991A1BD499}"/>
              </a:ext>
            </a:extLst>
          </p:cNvPr>
          <p:cNvSpPr txBox="1">
            <a:spLocks/>
          </p:cNvSpPr>
          <p:nvPr userDrawn="1"/>
        </p:nvSpPr>
        <p:spPr>
          <a:xfrm>
            <a:off x="11267423" y="6458150"/>
            <a:ext cx="437643" cy="228600"/>
          </a:xfrm>
          <a:prstGeom prst="rect">
            <a:avLst/>
          </a:prstGeom>
        </p:spPr>
        <p:txBody>
          <a:bodyPr vert="horz" lIns="91440" tIns="45720" rIns="91440" bIns="45720" rtlCol="0" anchor="ctr"/>
          <a:lstStyle>
            <a:defPPr>
              <a:defRPr lang="en-P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A69646-C82F-834D-AEA1-D46061559697}" type="slidenum">
              <a:rPr lang="en-PT" sz="1000" smtClean="0">
                <a:solidFill>
                  <a:schemeClr val="accent1"/>
                </a:solidFill>
                <a:latin typeface="Arial Nova" panose="020B0504020202020204" pitchFamily="34" charset="0"/>
              </a:rPr>
              <a:pPr/>
              <a:t>‹N°›</a:t>
            </a:fld>
            <a:endParaRPr lang="en-PT" sz="1000" dirty="0">
              <a:solidFill>
                <a:schemeClr val="accent1"/>
              </a:solidFill>
              <a:latin typeface="Arial Nova" panose="020B0504020202020204" pitchFamily="34" charset="0"/>
            </a:endParaRPr>
          </a:p>
        </p:txBody>
      </p:sp>
      <p:sp>
        <p:nvSpPr>
          <p:cNvPr id="11" name="Rectangle 10"/>
          <p:cNvSpPr/>
          <p:nvPr userDrawn="1"/>
        </p:nvSpPr>
        <p:spPr>
          <a:xfrm>
            <a:off x="5841063" y="6245406"/>
            <a:ext cx="1960793" cy="461665"/>
          </a:xfrm>
          <a:prstGeom prst="rect">
            <a:avLst/>
          </a:prstGeom>
        </p:spPr>
        <p:txBody>
          <a:bodyPr wrap="none">
            <a:spAutoFit/>
          </a:bodyPr>
          <a:lstStyle/>
          <a:p>
            <a:r>
              <a:rPr lang="en-US" sz="2400" b="1" noProof="0" dirty="0">
                <a:solidFill>
                  <a:srgbClr val="FF0000"/>
                </a:solidFill>
              </a:rPr>
              <a:t>Confidential</a:t>
            </a:r>
          </a:p>
        </p:txBody>
      </p:sp>
    </p:spTree>
    <p:extLst>
      <p:ext uri="{BB962C8B-B14F-4D97-AF65-F5344CB8AC3E}">
        <p14:creationId xmlns:p14="http://schemas.microsoft.com/office/powerpoint/2010/main" val="348008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B04512C-9CD6-27C6-A10D-C6E02EEB1AC2}"/>
              </a:ext>
            </a:extLst>
          </p:cNvPr>
          <p:cNvSpPr>
            <a:spLocks noGrp="1"/>
          </p:cNvSpPr>
          <p:nvPr>
            <p:ph type="title"/>
          </p:nvPr>
        </p:nvSpPr>
        <p:spPr>
          <a:xfrm>
            <a:off x="485412" y="396037"/>
            <a:ext cx="9098426" cy="840533"/>
          </a:xfrm>
        </p:spPr>
        <p:txBody>
          <a:bodyPr anchor="t">
            <a:normAutofit/>
          </a:bodyPr>
          <a:lstStyle>
            <a:lvl1pPr fontAlgn="auto">
              <a:defRPr sz="2800">
                <a:solidFill>
                  <a:srgbClr val="D5682D"/>
                </a:solidFill>
              </a:defRPr>
            </a:lvl1pPr>
          </a:lstStyle>
          <a:p>
            <a:r>
              <a:rPr lang="en-GB" dirty="0"/>
              <a:t>Click to edit Master title style</a:t>
            </a:r>
            <a:endParaRPr lang="en-PT" dirty="0"/>
          </a:p>
        </p:txBody>
      </p:sp>
      <p:pic>
        <p:nvPicPr>
          <p:cNvPr id="8" name="Picture 7">
            <a:extLst>
              <a:ext uri="{FF2B5EF4-FFF2-40B4-BE49-F238E27FC236}">
                <a16:creationId xmlns:a16="http://schemas.microsoft.com/office/drawing/2014/main" id="{45F0443B-34E0-B3A0-72B6-C31C421D3875}"/>
              </a:ext>
            </a:extLst>
          </p:cNvPr>
          <p:cNvPicPr>
            <a:picLocks noChangeAspect="1"/>
          </p:cNvPicPr>
          <p:nvPr userDrawn="1"/>
        </p:nvPicPr>
        <p:blipFill rotWithShape="1">
          <a:blip r:embed="rId2"/>
          <a:srcRect l="584" t="44436" r="584" b="20170"/>
          <a:stretch/>
        </p:blipFill>
        <p:spPr>
          <a:xfrm>
            <a:off x="485412" y="1310479"/>
            <a:ext cx="11221171" cy="62266"/>
          </a:xfrm>
          <a:prstGeom prst="rect">
            <a:avLst/>
          </a:prstGeom>
        </p:spPr>
      </p:pic>
      <p:pic>
        <p:nvPicPr>
          <p:cNvPr id="9" name="Picture 8" descr="Blue text on a black background&#10;&#10;Description automatically generated">
            <a:extLst>
              <a:ext uri="{FF2B5EF4-FFF2-40B4-BE49-F238E27FC236}">
                <a16:creationId xmlns:a16="http://schemas.microsoft.com/office/drawing/2014/main" id="{BC026806-0859-E0B1-8361-916AE9724A4A}"/>
              </a:ext>
            </a:extLst>
          </p:cNvPr>
          <p:cNvPicPr>
            <a:picLocks noChangeAspect="1"/>
          </p:cNvPicPr>
          <p:nvPr userDrawn="1"/>
        </p:nvPicPr>
        <p:blipFill>
          <a:blip r:embed="rId3"/>
          <a:stretch>
            <a:fillRect/>
          </a:stretch>
        </p:blipFill>
        <p:spPr>
          <a:xfrm>
            <a:off x="485412" y="6458150"/>
            <a:ext cx="1097281" cy="228600"/>
          </a:xfrm>
          <a:prstGeom prst="rect">
            <a:avLst/>
          </a:prstGeom>
        </p:spPr>
      </p:pic>
      <p:pic>
        <p:nvPicPr>
          <p:cNvPr id="10" name="Picture 9" descr="A logo with blue and orange text&#10;&#10;Description automatically generated">
            <a:extLst>
              <a:ext uri="{FF2B5EF4-FFF2-40B4-BE49-F238E27FC236}">
                <a16:creationId xmlns:a16="http://schemas.microsoft.com/office/drawing/2014/main" id="{8D576228-9D91-9098-C77F-AADF4F86EDF1}"/>
              </a:ext>
            </a:extLst>
          </p:cNvPr>
          <p:cNvPicPr>
            <a:picLocks noChangeAspect="1"/>
          </p:cNvPicPr>
          <p:nvPr userDrawn="1"/>
        </p:nvPicPr>
        <p:blipFill>
          <a:blip r:embed="rId4"/>
          <a:stretch>
            <a:fillRect/>
          </a:stretch>
        </p:blipFill>
        <p:spPr>
          <a:xfrm>
            <a:off x="10354388" y="396037"/>
            <a:ext cx="1352195" cy="570626"/>
          </a:xfrm>
          <a:prstGeom prst="rect">
            <a:avLst/>
          </a:prstGeom>
        </p:spPr>
      </p:pic>
      <p:graphicFrame>
        <p:nvGraphicFramePr>
          <p:cNvPr id="13" name="Table 7">
            <a:extLst>
              <a:ext uri="{FF2B5EF4-FFF2-40B4-BE49-F238E27FC236}">
                <a16:creationId xmlns:a16="http://schemas.microsoft.com/office/drawing/2014/main" id="{34E0B439-EC68-3DE4-395D-10CF17038429}"/>
              </a:ext>
            </a:extLst>
          </p:cNvPr>
          <p:cNvGraphicFramePr>
            <a:graphicFrameLocks noGrp="1"/>
          </p:cNvGraphicFramePr>
          <p:nvPr userDrawn="1">
            <p:extLst>
              <p:ext uri="{D42A27DB-BD31-4B8C-83A1-F6EECF244321}">
                <p14:modId xmlns:p14="http://schemas.microsoft.com/office/powerpoint/2010/main" val="3046554026"/>
              </p:ext>
            </p:extLst>
          </p:nvPr>
        </p:nvGraphicFramePr>
        <p:xfrm>
          <a:off x="551384" y="2492896"/>
          <a:ext cx="11090450" cy="2527104"/>
        </p:xfrm>
        <a:graphic>
          <a:graphicData uri="http://schemas.openxmlformats.org/drawingml/2006/table">
            <a:tbl>
              <a:tblPr firstRow="1" bandRow="1" bandCol="1">
                <a:tableStyleId>{72833802-FEF1-4C79-8D5D-14CF1EAF98D9}</a:tableStyleId>
              </a:tblPr>
              <a:tblGrid>
                <a:gridCol w="2218090">
                  <a:extLst>
                    <a:ext uri="{9D8B030D-6E8A-4147-A177-3AD203B41FA5}">
                      <a16:colId xmlns:a16="http://schemas.microsoft.com/office/drawing/2014/main" val="2972966937"/>
                    </a:ext>
                  </a:extLst>
                </a:gridCol>
                <a:gridCol w="2218090">
                  <a:extLst>
                    <a:ext uri="{9D8B030D-6E8A-4147-A177-3AD203B41FA5}">
                      <a16:colId xmlns:a16="http://schemas.microsoft.com/office/drawing/2014/main" val="4183831012"/>
                    </a:ext>
                  </a:extLst>
                </a:gridCol>
                <a:gridCol w="2218090">
                  <a:extLst>
                    <a:ext uri="{9D8B030D-6E8A-4147-A177-3AD203B41FA5}">
                      <a16:colId xmlns:a16="http://schemas.microsoft.com/office/drawing/2014/main" val="1244659073"/>
                    </a:ext>
                  </a:extLst>
                </a:gridCol>
                <a:gridCol w="2218090">
                  <a:extLst>
                    <a:ext uri="{9D8B030D-6E8A-4147-A177-3AD203B41FA5}">
                      <a16:colId xmlns:a16="http://schemas.microsoft.com/office/drawing/2014/main" val="1752784692"/>
                    </a:ext>
                  </a:extLst>
                </a:gridCol>
                <a:gridCol w="2218090">
                  <a:extLst>
                    <a:ext uri="{9D8B030D-6E8A-4147-A177-3AD203B41FA5}">
                      <a16:colId xmlns:a16="http://schemas.microsoft.com/office/drawing/2014/main" val="2950328463"/>
                    </a:ext>
                  </a:extLst>
                </a:gridCol>
              </a:tblGrid>
              <a:tr h="421184">
                <a:tc>
                  <a:txBody>
                    <a:bodyPr/>
                    <a:lstStyle/>
                    <a:p>
                      <a:r>
                        <a:rPr lang="en-GB" dirty="0">
                          <a:solidFill>
                            <a:schemeClr val="bg1"/>
                          </a:solidFill>
                          <a:latin typeface="Arial Nova" panose="020B0504020202020204" pitchFamily="34" charset="0"/>
                        </a:rPr>
                        <a:t>title</a:t>
                      </a:r>
                      <a:endParaRPr lang="en-GB" dirty="0">
                        <a:solidFill>
                          <a:schemeClr val="bg1"/>
                        </a:solidFill>
                        <a:latin typeface="Arial Nova" panose="020B0504020202020204" pitchFamily="34" charset="0"/>
                        <a:ea typeface="Roboto" panose="02000000000000000000" pitchFamily="2" charset="0"/>
                      </a:endParaRPr>
                    </a:p>
                  </a:txBody>
                  <a:tcPr/>
                </a:tc>
                <a:tc>
                  <a:txBody>
                    <a:bodyPr/>
                    <a:lstStyle/>
                    <a:p>
                      <a:r>
                        <a:rPr lang="en-GB">
                          <a:solidFill>
                            <a:schemeClr val="bg1"/>
                          </a:solidFill>
                          <a:latin typeface="Arial Nova" panose="020B0504020202020204" pitchFamily="34" charset="0"/>
                        </a:rPr>
                        <a:t>title</a:t>
                      </a:r>
                      <a:endParaRPr lang="en-GB">
                        <a:solidFill>
                          <a:schemeClr val="bg1"/>
                        </a:solidFill>
                        <a:latin typeface="Arial Nova" panose="020B0504020202020204" pitchFamily="34" charset="0"/>
                        <a:ea typeface="Roboto" panose="02000000000000000000" pitchFamily="2" charset="0"/>
                      </a:endParaRPr>
                    </a:p>
                  </a:txBody>
                  <a:tcPr/>
                </a:tc>
                <a:tc>
                  <a:txBody>
                    <a:bodyPr/>
                    <a:lstStyle/>
                    <a:p>
                      <a:r>
                        <a:rPr lang="en-GB" b="1">
                          <a:solidFill>
                            <a:schemeClr val="bg1"/>
                          </a:solidFill>
                          <a:latin typeface="Arial Nova" panose="020B0504020202020204" pitchFamily="34" charset="0"/>
                        </a:rPr>
                        <a:t>title</a:t>
                      </a:r>
                      <a:endParaRPr lang="en-GB" b="1">
                        <a:solidFill>
                          <a:schemeClr val="bg1"/>
                        </a:solidFill>
                        <a:latin typeface="Arial Nova" panose="020B0504020202020204" pitchFamily="34" charset="0"/>
                        <a:ea typeface="Roboto" panose="02000000000000000000" pitchFamily="2" charset="0"/>
                      </a:endParaRPr>
                    </a:p>
                  </a:txBody>
                  <a:tcPr/>
                </a:tc>
                <a:tc>
                  <a:txBody>
                    <a:bodyPr/>
                    <a:lstStyle/>
                    <a:p>
                      <a:r>
                        <a:rPr lang="en-GB" dirty="0">
                          <a:solidFill>
                            <a:schemeClr val="bg1"/>
                          </a:solidFill>
                          <a:latin typeface="Arial Nova" panose="020B0504020202020204" pitchFamily="34" charset="0"/>
                        </a:rPr>
                        <a:t>title</a:t>
                      </a:r>
                      <a:endParaRPr lang="en-GB" dirty="0">
                        <a:solidFill>
                          <a:schemeClr val="bg1"/>
                        </a:solidFill>
                        <a:latin typeface="Arial Nova" panose="020B0504020202020204" pitchFamily="34" charset="0"/>
                        <a:ea typeface="Roboto" panose="02000000000000000000" pitchFamily="2" charset="0"/>
                      </a:endParaRPr>
                    </a:p>
                  </a:txBody>
                  <a:tcPr/>
                </a:tc>
                <a:tc>
                  <a:txBody>
                    <a:bodyPr/>
                    <a:lstStyle/>
                    <a:p>
                      <a:r>
                        <a:rPr lang="en-GB">
                          <a:solidFill>
                            <a:schemeClr val="bg1"/>
                          </a:solidFill>
                          <a:latin typeface="Arial Nova" panose="020B0504020202020204" pitchFamily="34" charset="0"/>
                        </a:rPr>
                        <a:t>title</a:t>
                      </a:r>
                      <a:endParaRPr lang="en-GB">
                        <a:solidFill>
                          <a:schemeClr val="bg1"/>
                        </a:solidFill>
                        <a:latin typeface="Arial Nova" panose="020B0504020202020204" pitchFamily="34" charset="0"/>
                        <a:ea typeface="Roboto" panose="02000000000000000000" pitchFamily="2" charset="0"/>
                      </a:endParaRPr>
                    </a:p>
                  </a:txBody>
                  <a:tcPr/>
                </a:tc>
                <a:extLst>
                  <a:ext uri="{0D108BD9-81ED-4DB2-BD59-A6C34878D82A}">
                    <a16:rowId xmlns:a16="http://schemas.microsoft.com/office/drawing/2014/main" val="91227196"/>
                  </a:ext>
                </a:extLst>
              </a:tr>
              <a:tr h="421184">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extLst>
                  <a:ext uri="{0D108BD9-81ED-4DB2-BD59-A6C34878D82A}">
                    <a16:rowId xmlns:a16="http://schemas.microsoft.com/office/drawing/2014/main" val="2049893288"/>
                  </a:ext>
                </a:extLst>
              </a:tr>
              <a:tr h="421184">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extLst>
                  <a:ext uri="{0D108BD9-81ED-4DB2-BD59-A6C34878D82A}">
                    <a16:rowId xmlns:a16="http://schemas.microsoft.com/office/drawing/2014/main" val="342690780"/>
                  </a:ext>
                </a:extLst>
              </a:tr>
              <a:tr h="421184">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extLst>
                  <a:ext uri="{0D108BD9-81ED-4DB2-BD59-A6C34878D82A}">
                    <a16:rowId xmlns:a16="http://schemas.microsoft.com/office/drawing/2014/main" val="3036163178"/>
                  </a:ext>
                </a:extLst>
              </a:tr>
              <a:tr h="421184">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extLst>
                  <a:ext uri="{0D108BD9-81ED-4DB2-BD59-A6C34878D82A}">
                    <a16:rowId xmlns:a16="http://schemas.microsoft.com/office/drawing/2014/main" val="4011202450"/>
                  </a:ext>
                </a:extLst>
              </a:tr>
              <a:tr h="421184">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a:solidFill>
                            <a:schemeClr val="tx1">
                              <a:lumMod val="75000"/>
                            </a:schemeClr>
                          </a:solidFill>
                          <a:latin typeface="Arial Nova" panose="020B0504020202020204" pitchFamily="34" charset="0"/>
                        </a:rPr>
                        <a:t>item</a:t>
                      </a:r>
                      <a:endParaRPr lang="en-GB">
                        <a:solidFill>
                          <a:schemeClr val="tx1">
                            <a:lumMod val="75000"/>
                          </a:schemeClr>
                        </a:solidFill>
                        <a:latin typeface="Arial Nova" panose="020B0504020202020204" pitchFamily="34" charset="0"/>
                        <a:ea typeface="Roboto" panose="02000000000000000000" pitchFamily="2" charset="0"/>
                      </a:endParaRPr>
                    </a:p>
                  </a:txBody>
                  <a:tcPr/>
                </a:tc>
                <a:tc>
                  <a:txBody>
                    <a:bodyPr/>
                    <a:lstStyle/>
                    <a:p>
                      <a:r>
                        <a:rPr lang="en-GB" dirty="0">
                          <a:solidFill>
                            <a:schemeClr val="tx1">
                              <a:lumMod val="75000"/>
                            </a:schemeClr>
                          </a:solidFill>
                          <a:latin typeface="Arial Nova" panose="020B0504020202020204" pitchFamily="34" charset="0"/>
                        </a:rPr>
                        <a:t>item</a:t>
                      </a:r>
                      <a:endParaRPr lang="en-GB" dirty="0">
                        <a:solidFill>
                          <a:schemeClr val="tx1">
                            <a:lumMod val="75000"/>
                          </a:schemeClr>
                        </a:solidFill>
                        <a:latin typeface="Arial Nova" panose="020B0504020202020204" pitchFamily="34" charset="0"/>
                        <a:ea typeface="Roboto" panose="02000000000000000000" pitchFamily="2" charset="0"/>
                      </a:endParaRPr>
                    </a:p>
                  </a:txBody>
                  <a:tcPr/>
                </a:tc>
                <a:extLst>
                  <a:ext uri="{0D108BD9-81ED-4DB2-BD59-A6C34878D82A}">
                    <a16:rowId xmlns:a16="http://schemas.microsoft.com/office/drawing/2014/main" val="2893727424"/>
                  </a:ext>
                </a:extLst>
              </a:tr>
            </a:tbl>
          </a:graphicData>
        </a:graphic>
      </p:graphicFrame>
      <p:sp>
        <p:nvSpPr>
          <p:cNvPr id="2" name="Slide Number Placeholder 5">
            <a:extLst>
              <a:ext uri="{FF2B5EF4-FFF2-40B4-BE49-F238E27FC236}">
                <a16:creationId xmlns:a16="http://schemas.microsoft.com/office/drawing/2014/main" id="{1C31F70E-E706-106D-EF77-D36E756D2417}"/>
              </a:ext>
            </a:extLst>
          </p:cNvPr>
          <p:cNvSpPr txBox="1">
            <a:spLocks/>
          </p:cNvSpPr>
          <p:nvPr userDrawn="1"/>
        </p:nvSpPr>
        <p:spPr>
          <a:xfrm>
            <a:off x="11267423" y="6458150"/>
            <a:ext cx="437643" cy="228600"/>
          </a:xfrm>
          <a:prstGeom prst="rect">
            <a:avLst/>
          </a:prstGeom>
        </p:spPr>
        <p:txBody>
          <a:bodyPr vert="horz" lIns="91440" tIns="45720" rIns="91440" bIns="45720" rtlCol="0" anchor="ctr"/>
          <a:lstStyle>
            <a:defPPr>
              <a:defRPr lang="en-P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A69646-C82F-834D-AEA1-D46061559697}" type="slidenum">
              <a:rPr lang="en-PT" sz="1000" smtClean="0">
                <a:solidFill>
                  <a:schemeClr val="accent1"/>
                </a:solidFill>
                <a:latin typeface="Arial Nova" panose="020B0504020202020204" pitchFamily="34" charset="0"/>
              </a:rPr>
              <a:pPr/>
              <a:t>‹N°›</a:t>
            </a:fld>
            <a:endParaRPr lang="en-PT" sz="1000" dirty="0">
              <a:solidFill>
                <a:schemeClr val="accent1"/>
              </a:solidFill>
              <a:latin typeface="Arial Nova" panose="020B0504020202020204" pitchFamily="34" charset="0"/>
            </a:endParaRPr>
          </a:p>
        </p:txBody>
      </p:sp>
      <p:sp>
        <p:nvSpPr>
          <p:cNvPr id="11" name="Rectangle 10"/>
          <p:cNvSpPr/>
          <p:nvPr userDrawn="1"/>
        </p:nvSpPr>
        <p:spPr>
          <a:xfrm>
            <a:off x="5841063" y="6245406"/>
            <a:ext cx="1960793" cy="461665"/>
          </a:xfrm>
          <a:prstGeom prst="rect">
            <a:avLst/>
          </a:prstGeom>
        </p:spPr>
        <p:txBody>
          <a:bodyPr wrap="none">
            <a:spAutoFit/>
          </a:bodyPr>
          <a:lstStyle/>
          <a:p>
            <a:r>
              <a:rPr lang="en-US" sz="2400" b="1" noProof="0" dirty="0">
                <a:solidFill>
                  <a:srgbClr val="FF0000"/>
                </a:solidFill>
              </a:rPr>
              <a:t>Confidential</a:t>
            </a:r>
          </a:p>
        </p:txBody>
      </p:sp>
    </p:spTree>
    <p:extLst>
      <p:ext uri="{BB962C8B-B14F-4D97-AF65-F5344CB8AC3E}">
        <p14:creationId xmlns:p14="http://schemas.microsoft.com/office/powerpoint/2010/main" val="1926062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B04512C-9CD6-27C6-A10D-C6E02EEB1AC2}"/>
              </a:ext>
            </a:extLst>
          </p:cNvPr>
          <p:cNvSpPr>
            <a:spLocks noGrp="1"/>
          </p:cNvSpPr>
          <p:nvPr>
            <p:ph type="title"/>
          </p:nvPr>
        </p:nvSpPr>
        <p:spPr>
          <a:xfrm>
            <a:off x="485412" y="396037"/>
            <a:ext cx="9098426" cy="840533"/>
          </a:xfrm>
        </p:spPr>
        <p:txBody>
          <a:bodyPr anchor="t">
            <a:normAutofit/>
          </a:bodyPr>
          <a:lstStyle>
            <a:lvl1pPr fontAlgn="auto">
              <a:defRPr sz="2800">
                <a:solidFill>
                  <a:srgbClr val="D5682D"/>
                </a:solidFill>
              </a:defRPr>
            </a:lvl1pPr>
          </a:lstStyle>
          <a:p>
            <a:r>
              <a:rPr lang="en-GB" dirty="0"/>
              <a:t>Click to edit Master title style</a:t>
            </a:r>
            <a:endParaRPr lang="en-PT" dirty="0"/>
          </a:p>
        </p:txBody>
      </p:sp>
      <p:pic>
        <p:nvPicPr>
          <p:cNvPr id="8" name="Picture 7">
            <a:extLst>
              <a:ext uri="{FF2B5EF4-FFF2-40B4-BE49-F238E27FC236}">
                <a16:creationId xmlns:a16="http://schemas.microsoft.com/office/drawing/2014/main" id="{45F0443B-34E0-B3A0-72B6-C31C421D3875}"/>
              </a:ext>
            </a:extLst>
          </p:cNvPr>
          <p:cNvPicPr>
            <a:picLocks noChangeAspect="1"/>
          </p:cNvPicPr>
          <p:nvPr userDrawn="1"/>
        </p:nvPicPr>
        <p:blipFill rotWithShape="1">
          <a:blip r:embed="rId2"/>
          <a:srcRect l="584" t="44436" r="584" b="20170"/>
          <a:stretch/>
        </p:blipFill>
        <p:spPr>
          <a:xfrm>
            <a:off x="485412" y="1310479"/>
            <a:ext cx="11221171" cy="62266"/>
          </a:xfrm>
          <a:prstGeom prst="rect">
            <a:avLst/>
          </a:prstGeom>
        </p:spPr>
      </p:pic>
      <p:pic>
        <p:nvPicPr>
          <p:cNvPr id="9" name="Picture 8" descr="Blue text on a black background&#10;&#10;Description automatically generated">
            <a:extLst>
              <a:ext uri="{FF2B5EF4-FFF2-40B4-BE49-F238E27FC236}">
                <a16:creationId xmlns:a16="http://schemas.microsoft.com/office/drawing/2014/main" id="{BC026806-0859-E0B1-8361-916AE9724A4A}"/>
              </a:ext>
            </a:extLst>
          </p:cNvPr>
          <p:cNvPicPr>
            <a:picLocks noChangeAspect="1"/>
          </p:cNvPicPr>
          <p:nvPr userDrawn="1"/>
        </p:nvPicPr>
        <p:blipFill>
          <a:blip r:embed="rId3"/>
          <a:stretch>
            <a:fillRect/>
          </a:stretch>
        </p:blipFill>
        <p:spPr>
          <a:xfrm>
            <a:off x="485412" y="6458150"/>
            <a:ext cx="1097281" cy="228600"/>
          </a:xfrm>
          <a:prstGeom prst="rect">
            <a:avLst/>
          </a:prstGeom>
        </p:spPr>
      </p:pic>
      <p:pic>
        <p:nvPicPr>
          <p:cNvPr id="10" name="Picture 9" descr="A logo with blue and orange text&#10;&#10;Description automatically generated">
            <a:extLst>
              <a:ext uri="{FF2B5EF4-FFF2-40B4-BE49-F238E27FC236}">
                <a16:creationId xmlns:a16="http://schemas.microsoft.com/office/drawing/2014/main" id="{8D576228-9D91-9098-C77F-AADF4F86EDF1}"/>
              </a:ext>
            </a:extLst>
          </p:cNvPr>
          <p:cNvPicPr>
            <a:picLocks noChangeAspect="1"/>
          </p:cNvPicPr>
          <p:nvPr userDrawn="1"/>
        </p:nvPicPr>
        <p:blipFill>
          <a:blip r:embed="rId4"/>
          <a:stretch>
            <a:fillRect/>
          </a:stretch>
        </p:blipFill>
        <p:spPr>
          <a:xfrm>
            <a:off x="10354388" y="396037"/>
            <a:ext cx="1352195" cy="570626"/>
          </a:xfrm>
          <a:prstGeom prst="rect">
            <a:avLst/>
          </a:prstGeom>
        </p:spPr>
      </p:pic>
      <p:sp>
        <p:nvSpPr>
          <p:cNvPr id="2" name="Slide Number Placeholder 5">
            <a:extLst>
              <a:ext uri="{FF2B5EF4-FFF2-40B4-BE49-F238E27FC236}">
                <a16:creationId xmlns:a16="http://schemas.microsoft.com/office/drawing/2014/main" id="{BC9035D9-04A7-E490-E774-14157F966852}"/>
              </a:ext>
            </a:extLst>
          </p:cNvPr>
          <p:cNvSpPr txBox="1">
            <a:spLocks/>
          </p:cNvSpPr>
          <p:nvPr userDrawn="1"/>
        </p:nvSpPr>
        <p:spPr>
          <a:xfrm>
            <a:off x="11267423" y="6458150"/>
            <a:ext cx="437643" cy="228600"/>
          </a:xfrm>
          <a:prstGeom prst="rect">
            <a:avLst/>
          </a:prstGeom>
        </p:spPr>
        <p:txBody>
          <a:bodyPr vert="horz" lIns="91440" tIns="45720" rIns="91440" bIns="45720" rtlCol="0" anchor="ctr"/>
          <a:lstStyle>
            <a:defPPr>
              <a:defRPr lang="en-P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A69646-C82F-834D-AEA1-D46061559697}" type="slidenum">
              <a:rPr lang="en-PT" sz="1000" smtClean="0">
                <a:solidFill>
                  <a:schemeClr val="accent1"/>
                </a:solidFill>
                <a:latin typeface="Arial Nova" panose="020B0504020202020204" pitchFamily="34" charset="0"/>
              </a:rPr>
              <a:pPr/>
              <a:t>‹N°›</a:t>
            </a:fld>
            <a:endParaRPr lang="en-PT" sz="1000" dirty="0">
              <a:solidFill>
                <a:schemeClr val="accent1"/>
              </a:solidFill>
              <a:latin typeface="Arial Nova" panose="020B0504020202020204" pitchFamily="34" charset="0"/>
            </a:endParaRPr>
          </a:p>
        </p:txBody>
      </p:sp>
    </p:spTree>
    <p:extLst>
      <p:ext uri="{BB962C8B-B14F-4D97-AF65-F5344CB8AC3E}">
        <p14:creationId xmlns:p14="http://schemas.microsoft.com/office/powerpoint/2010/main" val="2719500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D807588-2A77-43AE-A568-2CE77B94EB66}"/>
              </a:ext>
            </a:extLst>
          </p:cNvPr>
          <p:cNvSpPr>
            <a:spLocks noGrp="1"/>
          </p:cNvSpPr>
          <p:nvPr>
            <p:ph type="body" sz="half" idx="2"/>
          </p:nvPr>
        </p:nvSpPr>
        <p:spPr>
          <a:xfrm>
            <a:off x="485412" y="1504954"/>
            <a:ext cx="4286613" cy="48119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pic>
        <p:nvPicPr>
          <p:cNvPr id="13" name="Picture 12" descr="Blue text on a black background&#10;&#10;Description automatically generated">
            <a:extLst>
              <a:ext uri="{FF2B5EF4-FFF2-40B4-BE49-F238E27FC236}">
                <a16:creationId xmlns:a16="http://schemas.microsoft.com/office/drawing/2014/main" id="{FE4BA86A-AD3D-0057-06F0-2C0F7AFA8AE0}"/>
              </a:ext>
            </a:extLst>
          </p:cNvPr>
          <p:cNvPicPr>
            <a:picLocks noChangeAspect="1"/>
          </p:cNvPicPr>
          <p:nvPr userDrawn="1"/>
        </p:nvPicPr>
        <p:blipFill>
          <a:blip r:embed="rId2"/>
          <a:stretch>
            <a:fillRect/>
          </a:stretch>
        </p:blipFill>
        <p:spPr>
          <a:xfrm>
            <a:off x="485412" y="6458150"/>
            <a:ext cx="1097281" cy="228600"/>
          </a:xfrm>
          <a:prstGeom prst="rect">
            <a:avLst/>
          </a:prstGeom>
        </p:spPr>
      </p:pic>
      <p:sp>
        <p:nvSpPr>
          <p:cNvPr id="15" name="Title 1">
            <a:extLst>
              <a:ext uri="{FF2B5EF4-FFF2-40B4-BE49-F238E27FC236}">
                <a16:creationId xmlns:a16="http://schemas.microsoft.com/office/drawing/2014/main" id="{7A0BFCDA-F0BA-63CF-38B1-FF3C09D76F1E}"/>
              </a:ext>
            </a:extLst>
          </p:cNvPr>
          <p:cNvSpPr>
            <a:spLocks noGrp="1"/>
          </p:cNvSpPr>
          <p:nvPr>
            <p:ph type="title"/>
          </p:nvPr>
        </p:nvSpPr>
        <p:spPr>
          <a:xfrm>
            <a:off x="485412" y="396037"/>
            <a:ext cx="9098426" cy="840533"/>
          </a:xfrm>
        </p:spPr>
        <p:txBody>
          <a:bodyPr anchor="t">
            <a:normAutofit/>
          </a:bodyPr>
          <a:lstStyle>
            <a:lvl1pPr fontAlgn="auto">
              <a:defRPr sz="2800">
                <a:solidFill>
                  <a:srgbClr val="D5682D"/>
                </a:solidFill>
              </a:defRPr>
            </a:lvl1pPr>
          </a:lstStyle>
          <a:p>
            <a:r>
              <a:rPr lang="en-GB" dirty="0"/>
              <a:t>Click to edit Master title style</a:t>
            </a:r>
            <a:endParaRPr lang="en-PT" dirty="0"/>
          </a:p>
        </p:txBody>
      </p:sp>
      <p:pic>
        <p:nvPicPr>
          <p:cNvPr id="16" name="Picture 15">
            <a:extLst>
              <a:ext uri="{FF2B5EF4-FFF2-40B4-BE49-F238E27FC236}">
                <a16:creationId xmlns:a16="http://schemas.microsoft.com/office/drawing/2014/main" id="{3DC8554F-FE99-2494-DEFD-5E99E6CEE4FD}"/>
              </a:ext>
            </a:extLst>
          </p:cNvPr>
          <p:cNvPicPr>
            <a:picLocks noChangeAspect="1"/>
          </p:cNvPicPr>
          <p:nvPr userDrawn="1"/>
        </p:nvPicPr>
        <p:blipFill rotWithShape="1">
          <a:blip r:embed="rId3"/>
          <a:srcRect l="584" t="44436" r="584" b="20170"/>
          <a:stretch/>
        </p:blipFill>
        <p:spPr>
          <a:xfrm>
            <a:off x="485412" y="1310479"/>
            <a:ext cx="11221171" cy="62266"/>
          </a:xfrm>
          <a:prstGeom prst="rect">
            <a:avLst/>
          </a:prstGeom>
        </p:spPr>
      </p:pic>
      <p:pic>
        <p:nvPicPr>
          <p:cNvPr id="17" name="Picture 16" descr="A logo with blue and orange text&#10;&#10;Description automatically generated">
            <a:extLst>
              <a:ext uri="{FF2B5EF4-FFF2-40B4-BE49-F238E27FC236}">
                <a16:creationId xmlns:a16="http://schemas.microsoft.com/office/drawing/2014/main" id="{8BCFA991-857F-49BC-4C30-76612C236453}"/>
              </a:ext>
            </a:extLst>
          </p:cNvPr>
          <p:cNvPicPr>
            <a:picLocks noChangeAspect="1"/>
          </p:cNvPicPr>
          <p:nvPr userDrawn="1"/>
        </p:nvPicPr>
        <p:blipFill>
          <a:blip r:embed="rId4"/>
          <a:stretch>
            <a:fillRect/>
          </a:stretch>
        </p:blipFill>
        <p:spPr>
          <a:xfrm>
            <a:off x="10354388" y="396037"/>
            <a:ext cx="1352195" cy="570626"/>
          </a:xfrm>
          <a:prstGeom prst="rect">
            <a:avLst/>
          </a:prstGeom>
        </p:spPr>
      </p:pic>
      <p:sp>
        <p:nvSpPr>
          <p:cNvPr id="18" name="Content Placeholder 2">
            <a:extLst>
              <a:ext uri="{FF2B5EF4-FFF2-40B4-BE49-F238E27FC236}">
                <a16:creationId xmlns:a16="http://schemas.microsoft.com/office/drawing/2014/main" id="{090AF331-E096-7036-567B-AC071C7AA61F}"/>
              </a:ext>
            </a:extLst>
          </p:cNvPr>
          <p:cNvSpPr>
            <a:spLocks noGrp="1"/>
          </p:cNvSpPr>
          <p:nvPr>
            <p:ph idx="14"/>
          </p:nvPr>
        </p:nvSpPr>
        <p:spPr>
          <a:xfrm>
            <a:off x="4936142" y="1504954"/>
            <a:ext cx="6771962" cy="4811939"/>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T" dirty="0"/>
          </a:p>
        </p:txBody>
      </p:sp>
      <p:sp>
        <p:nvSpPr>
          <p:cNvPr id="2" name="Slide Number Placeholder 5">
            <a:extLst>
              <a:ext uri="{FF2B5EF4-FFF2-40B4-BE49-F238E27FC236}">
                <a16:creationId xmlns:a16="http://schemas.microsoft.com/office/drawing/2014/main" id="{5A25F9D1-7136-11D3-3CA4-9FAF9668A026}"/>
              </a:ext>
            </a:extLst>
          </p:cNvPr>
          <p:cNvSpPr txBox="1">
            <a:spLocks/>
          </p:cNvSpPr>
          <p:nvPr userDrawn="1"/>
        </p:nvSpPr>
        <p:spPr>
          <a:xfrm>
            <a:off x="11267423" y="6458150"/>
            <a:ext cx="437643" cy="228600"/>
          </a:xfrm>
          <a:prstGeom prst="rect">
            <a:avLst/>
          </a:prstGeom>
        </p:spPr>
        <p:txBody>
          <a:bodyPr vert="horz" lIns="91440" tIns="45720" rIns="91440" bIns="45720" rtlCol="0" anchor="ctr"/>
          <a:lstStyle>
            <a:defPPr>
              <a:defRPr lang="en-P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A69646-C82F-834D-AEA1-D46061559697}" type="slidenum">
              <a:rPr lang="en-PT" sz="1000" smtClean="0">
                <a:solidFill>
                  <a:schemeClr val="accent1"/>
                </a:solidFill>
                <a:latin typeface="Arial Nova" panose="020B0504020202020204" pitchFamily="34" charset="0"/>
              </a:rPr>
              <a:pPr/>
              <a:t>‹N°›</a:t>
            </a:fld>
            <a:endParaRPr lang="en-PT" sz="1000" dirty="0">
              <a:solidFill>
                <a:schemeClr val="accent1"/>
              </a:solidFill>
              <a:latin typeface="Arial Nova" panose="020B0504020202020204" pitchFamily="34" charset="0"/>
            </a:endParaRPr>
          </a:p>
        </p:txBody>
      </p:sp>
      <p:sp>
        <p:nvSpPr>
          <p:cNvPr id="9" name="Rectangle 8"/>
          <p:cNvSpPr/>
          <p:nvPr userDrawn="1"/>
        </p:nvSpPr>
        <p:spPr>
          <a:xfrm>
            <a:off x="5841063" y="6245406"/>
            <a:ext cx="1960793" cy="461665"/>
          </a:xfrm>
          <a:prstGeom prst="rect">
            <a:avLst/>
          </a:prstGeom>
        </p:spPr>
        <p:txBody>
          <a:bodyPr wrap="none">
            <a:spAutoFit/>
          </a:bodyPr>
          <a:lstStyle/>
          <a:p>
            <a:r>
              <a:rPr lang="en-US" sz="2400" b="1" noProof="0" dirty="0">
                <a:solidFill>
                  <a:srgbClr val="FF0000"/>
                </a:solidFill>
              </a:rPr>
              <a:t>Confidential</a:t>
            </a:r>
          </a:p>
        </p:txBody>
      </p:sp>
    </p:spTree>
    <p:extLst>
      <p:ext uri="{BB962C8B-B14F-4D97-AF65-F5344CB8AC3E}">
        <p14:creationId xmlns:p14="http://schemas.microsoft.com/office/powerpoint/2010/main" val="1248723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F94A3E5-EA58-1C02-4196-AB41E8E72C05}"/>
              </a:ext>
            </a:extLst>
          </p:cNvPr>
          <p:cNvSpPr>
            <a:spLocks noGrp="1"/>
          </p:cNvSpPr>
          <p:nvPr>
            <p:ph type="pic" idx="1"/>
          </p:nvPr>
        </p:nvSpPr>
        <p:spPr>
          <a:xfrm>
            <a:off x="7598421" y="0"/>
            <a:ext cx="4593579"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T"/>
          </a:p>
        </p:txBody>
      </p:sp>
      <p:sp>
        <p:nvSpPr>
          <p:cNvPr id="12" name="Title 1">
            <a:extLst>
              <a:ext uri="{FF2B5EF4-FFF2-40B4-BE49-F238E27FC236}">
                <a16:creationId xmlns:a16="http://schemas.microsoft.com/office/drawing/2014/main" id="{ABDA93FC-6E77-3BB2-C43C-E2C512C199B5}"/>
              </a:ext>
            </a:extLst>
          </p:cNvPr>
          <p:cNvSpPr>
            <a:spLocks noGrp="1"/>
          </p:cNvSpPr>
          <p:nvPr>
            <p:ph type="title"/>
          </p:nvPr>
        </p:nvSpPr>
        <p:spPr>
          <a:xfrm>
            <a:off x="485412" y="396037"/>
            <a:ext cx="5251841" cy="840533"/>
          </a:xfrm>
        </p:spPr>
        <p:txBody>
          <a:bodyPr anchor="t">
            <a:normAutofit/>
          </a:bodyPr>
          <a:lstStyle>
            <a:lvl1pPr fontAlgn="auto">
              <a:defRPr sz="2800">
                <a:solidFill>
                  <a:srgbClr val="D5682D"/>
                </a:solidFill>
              </a:defRPr>
            </a:lvl1pPr>
          </a:lstStyle>
          <a:p>
            <a:r>
              <a:rPr lang="en-GB" dirty="0"/>
              <a:t>Click to edit Master title style</a:t>
            </a:r>
            <a:endParaRPr lang="en-PT" dirty="0"/>
          </a:p>
        </p:txBody>
      </p:sp>
      <p:pic>
        <p:nvPicPr>
          <p:cNvPr id="13" name="Picture 12">
            <a:extLst>
              <a:ext uri="{FF2B5EF4-FFF2-40B4-BE49-F238E27FC236}">
                <a16:creationId xmlns:a16="http://schemas.microsoft.com/office/drawing/2014/main" id="{289AFBCE-2DED-2D64-E6B1-FDC076E286E3}"/>
              </a:ext>
            </a:extLst>
          </p:cNvPr>
          <p:cNvPicPr>
            <a:picLocks noChangeAspect="1"/>
          </p:cNvPicPr>
          <p:nvPr userDrawn="1"/>
        </p:nvPicPr>
        <p:blipFill rotWithShape="1">
          <a:blip r:embed="rId2"/>
          <a:srcRect l="584" t="44436" r="584" b="20170"/>
          <a:stretch/>
        </p:blipFill>
        <p:spPr>
          <a:xfrm>
            <a:off x="485413" y="1310479"/>
            <a:ext cx="6796502" cy="62266"/>
          </a:xfrm>
          <a:prstGeom prst="rect">
            <a:avLst/>
          </a:prstGeom>
        </p:spPr>
      </p:pic>
      <p:pic>
        <p:nvPicPr>
          <p:cNvPr id="16" name="Picture 15" descr="Blue text on a black background&#10;&#10;Description automatically generated">
            <a:extLst>
              <a:ext uri="{FF2B5EF4-FFF2-40B4-BE49-F238E27FC236}">
                <a16:creationId xmlns:a16="http://schemas.microsoft.com/office/drawing/2014/main" id="{920FA547-5A3C-4683-EDB7-81E200F970D1}"/>
              </a:ext>
            </a:extLst>
          </p:cNvPr>
          <p:cNvPicPr>
            <a:picLocks noChangeAspect="1"/>
          </p:cNvPicPr>
          <p:nvPr userDrawn="1"/>
        </p:nvPicPr>
        <p:blipFill>
          <a:blip r:embed="rId3"/>
          <a:stretch>
            <a:fillRect/>
          </a:stretch>
        </p:blipFill>
        <p:spPr>
          <a:xfrm>
            <a:off x="485412" y="6458150"/>
            <a:ext cx="1097281" cy="228600"/>
          </a:xfrm>
          <a:prstGeom prst="rect">
            <a:avLst/>
          </a:prstGeom>
        </p:spPr>
      </p:pic>
      <p:pic>
        <p:nvPicPr>
          <p:cNvPr id="17" name="Picture 16" descr="A logo with blue and orange text&#10;&#10;Description automatically generated">
            <a:extLst>
              <a:ext uri="{FF2B5EF4-FFF2-40B4-BE49-F238E27FC236}">
                <a16:creationId xmlns:a16="http://schemas.microsoft.com/office/drawing/2014/main" id="{4B997434-60C7-176F-E0D4-E81D9847620D}"/>
              </a:ext>
            </a:extLst>
          </p:cNvPr>
          <p:cNvPicPr>
            <a:picLocks noChangeAspect="1"/>
          </p:cNvPicPr>
          <p:nvPr userDrawn="1"/>
        </p:nvPicPr>
        <p:blipFill>
          <a:blip r:embed="rId4"/>
          <a:stretch>
            <a:fillRect/>
          </a:stretch>
        </p:blipFill>
        <p:spPr>
          <a:xfrm>
            <a:off x="5929720" y="396037"/>
            <a:ext cx="1352195" cy="570626"/>
          </a:xfrm>
          <a:prstGeom prst="rect">
            <a:avLst/>
          </a:prstGeom>
        </p:spPr>
      </p:pic>
      <p:sp>
        <p:nvSpPr>
          <p:cNvPr id="20" name="Content Placeholder 2">
            <a:extLst>
              <a:ext uri="{FF2B5EF4-FFF2-40B4-BE49-F238E27FC236}">
                <a16:creationId xmlns:a16="http://schemas.microsoft.com/office/drawing/2014/main" id="{EC52A5BB-20A2-7BEA-5F91-B5CC6A9B5378}"/>
              </a:ext>
            </a:extLst>
          </p:cNvPr>
          <p:cNvSpPr>
            <a:spLocks noGrp="1"/>
          </p:cNvSpPr>
          <p:nvPr>
            <p:ph idx="13"/>
          </p:nvPr>
        </p:nvSpPr>
        <p:spPr>
          <a:xfrm>
            <a:off x="483896" y="1510035"/>
            <a:ext cx="6796502" cy="4811939"/>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T" dirty="0"/>
          </a:p>
        </p:txBody>
      </p:sp>
      <p:sp>
        <p:nvSpPr>
          <p:cNvPr id="2" name="Slide Number Placeholder 5">
            <a:extLst>
              <a:ext uri="{FF2B5EF4-FFF2-40B4-BE49-F238E27FC236}">
                <a16:creationId xmlns:a16="http://schemas.microsoft.com/office/drawing/2014/main" id="{5CFE6018-148C-77DB-51EC-FD4A5734117A}"/>
              </a:ext>
            </a:extLst>
          </p:cNvPr>
          <p:cNvSpPr txBox="1">
            <a:spLocks/>
          </p:cNvSpPr>
          <p:nvPr userDrawn="1"/>
        </p:nvSpPr>
        <p:spPr>
          <a:xfrm>
            <a:off x="6842755" y="6458150"/>
            <a:ext cx="437643" cy="228600"/>
          </a:xfrm>
          <a:prstGeom prst="rect">
            <a:avLst/>
          </a:prstGeom>
        </p:spPr>
        <p:txBody>
          <a:bodyPr vert="horz" lIns="91440" tIns="45720" rIns="91440" bIns="45720" rtlCol="0" anchor="ctr"/>
          <a:lstStyle>
            <a:defPPr>
              <a:defRPr lang="en-P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A69646-C82F-834D-AEA1-D46061559697}" type="slidenum">
              <a:rPr lang="en-PT" sz="1000" smtClean="0">
                <a:solidFill>
                  <a:schemeClr val="accent1"/>
                </a:solidFill>
                <a:latin typeface="Arial Nova" panose="020B0504020202020204" pitchFamily="34" charset="0"/>
              </a:rPr>
              <a:pPr/>
              <a:t>‹N°›</a:t>
            </a:fld>
            <a:endParaRPr lang="en-PT" sz="1000" dirty="0">
              <a:solidFill>
                <a:schemeClr val="accent1"/>
              </a:solidFill>
              <a:latin typeface="Arial Nova" panose="020B0504020202020204" pitchFamily="34" charset="0"/>
            </a:endParaRPr>
          </a:p>
        </p:txBody>
      </p:sp>
      <p:sp>
        <p:nvSpPr>
          <p:cNvPr id="9" name="Rectangle 8"/>
          <p:cNvSpPr/>
          <p:nvPr userDrawn="1"/>
        </p:nvSpPr>
        <p:spPr>
          <a:xfrm>
            <a:off x="5841063" y="6245406"/>
            <a:ext cx="1960793" cy="461665"/>
          </a:xfrm>
          <a:prstGeom prst="rect">
            <a:avLst/>
          </a:prstGeom>
        </p:spPr>
        <p:txBody>
          <a:bodyPr wrap="none">
            <a:spAutoFit/>
          </a:bodyPr>
          <a:lstStyle/>
          <a:p>
            <a:r>
              <a:rPr lang="en-US" sz="2400" b="1" noProof="0" dirty="0">
                <a:solidFill>
                  <a:srgbClr val="FF0000"/>
                </a:solidFill>
              </a:rPr>
              <a:t>Confidential</a:t>
            </a:r>
          </a:p>
        </p:txBody>
      </p:sp>
    </p:spTree>
    <p:extLst>
      <p:ext uri="{BB962C8B-B14F-4D97-AF65-F5344CB8AC3E}">
        <p14:creationId xmlns:p14="http://schemas.microsoft.com/office/powerpoint/2010/main" val="3616859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F94A3E5-EA58-1C02-4196-AB41E8E72C05}"/>
              </a:ext>
            </a:extLst>
          </p:cNvPr>
          <p:cNvSpPr>
            <a:spLocks noGrp="1"/>
          </p:cNvSpPr>
          <p:nvPr>
            <p:ph type="pic" idx="1"/>
          </p:nvPr>
        </p:nvSpPr>
        <p:spPr>
          <a:xfrm>
            <a:off x="8092" y="1"/>
            <a:ext cx="4593579"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T"/>
          </a:p>
        </p:txBody>
      </p:sp>
      <p:sp>
        <p:nvSpPr>
          <p:cNvPr id="12" name="Title 1">
            <a:extLst>
              <a:ext uri="{FF2B5EF4-FFF2-40B4-BE49-F238E27FC236}">
                <a16:creationId xmlns:a16="http://schemas.microsoft.com/office/drawing/2014/main" id="{ABDA93FC-6E77-3BB2-C43C-E2C512C199B5}"/>
              </a:ext>
            </a:extLst>
          </p:cNvPr>
          <p:cNvSpPr>
            <a:spLocks noGrp="1"/>
          </p:cNvSpPr>
          <p:nvPr>
            <p:ph type="title"/>
          </p:nvPr>
        </p:nvSpPr>
        <p:spPr>
          <a:xfrm>
            <a:off x="5000748" y="396037"/>
            <a:ext cx="5251841" cy="840533"/>
          </a:xfrm>
        </p:spPr>
        <p:txBody>
          <a:bodyPr anchor="t">
            <a:normAutofit/>
          </a:bodyPr>
          <a:lstStyle>
            <a:lvl1pPr fontAlgn="auto">
              <a:defRPr sz="2800">
                <a:solidFill>
                  <a:srgbClr val="D5682D"/>
                </a:solidFill>
              </a:defRPr>
            </a:lvl1pPr>
          </a:lstStyle>
          <a:p>
            <a:r>
              <a:rPr lang="en-GB" dirty="0"/>
              <a:t>Click to edit Master title style</a:t>
            </a:r>
            <a:endParaRPr lang="en-PT" dirty="0"/>
          </a:p>
        </p:txBody>
      </p:sp>
      <p:pic>
        <p:nvPicPr>
          <p:cNvPr id="13" name="Picture 12">
            <a:extLst>
              <a:ext uri="{FF2B5EF4-FFF2-40B4-BE49-F238E27FC236}">
                <a16:creationId xmlns:a16="http://schemas.microsoft.com/office/drawing/2014/main" id="{289AFBCE-2DED-2D64-E6B1-FDC076E286E3}"/>
              </a:ext>
            </a:extLst>
          </p:cNvPr>
          <p:cNvPicPr>
            <a:picLocks noChangeAspect="1"/>
          </p:cNvPicPr>
          <p:nvPr userDrawn="1"/>
        </p:nvPicPr>
        <p:blipFill rotWithShape="1">
          <a:blip r:embed="rId2"/>
          <a:srcRect l="584" t="44436" r="584" b="20170"/>
          <a:stretch/>
        </p:blipFill>
        <p:spPr>
          <a:xfrm>
            <a:off x="5000749" y="1310479"/>
            <a:ext cx="6796502" cy="62266"/>
          </a:xfrm>
          <a:prstGeom prst="rect">
            <a:avLst/>
          </a:prstGeom>
        </p:spPr>
      </p:pic>
      <p:pic>
        <p:nvPicPr>
          <p:cNvPr id="16" name="Picture 15" descr="Blue text on a black background&#10;&#10;Description automatically generated">
            <a:extLst>
              <a:ext uri="{FF2B5EF4-FFF2-40B4-BE49-F238E27FC236}">
                <a16:creationId xmlns:a16="http://schemas.microsoft.com/office/drawing/2014/main" id="{920FA547-5A3C-4683-EDB7-81E200F970D1}"/>
              </a:ext>
            </a:extLst>
          </p:cNvPr>
          <p:cNvPicPr>
            <a:picLocks noChangeAspect="1"/>
          </p:cNvPicPr>
          <p:nvPr userDrawn="1"/>
        </p:nvPicPr>
        <p:blipFill>
          <a:blip r:embed="rId3"/>
          <a:stretch>
            <a:fillRect/>
          </a:stretch>
        </p:blipFill>
        <p:spPr>
          <a:xfrm>
            <a:off x="5000748" y="6458150"/>
            <a:ext cx="1097281" cy="228600"/>
          </a:xfrm>
          <a:prstGeom prst="rect">
            <a:avLst/>
          </a:prstGeom>
        </p:spPr>
      </p:pic>
      <p:pic>
        <p:nvPicPr>
          <p:cNvPr id="17" name="Picture 16" descr="A logo with blue and orange text&#10;&#10;Description automatically generated">
            <a:extLst>
              <a:ext uri="{FF2B5EF4-FFF2-40B4-BE49-F238E27FC236}">
                <a16:creationId xmlns:a16="http://schemas.microsoft.com/office/drawing/2014/main" id="{4B997434-60C7-176F-E0D4-E81D9847620D}"/>
              </a:ext>
            </a:extLst>
          </p:cNvPr>
          <p:cNvPicPr>
            <a:picLocks noChangeAspect="1"/>
          </p:cNvPicPr>
          <p:nvPr userDrawn="1"/>
        </p:nvPicPr>
        <p:blipFill>
          <a:blip r:embed="rId4"/>
          <a:stretch>
            <a:fillRect/>
          </a:stretch>
        </p:blipFill>
        <p:spPr>
          <a:xfrm>
            <a:off x="10445056" y="396037"/>
            <a:ext cx="1352195" cy="570626"/>
          </a:xfrm>
          <a:prstGeom prst="rect">
            <a:avLst/>
          </a:prstGeom>
        </p:spPr>
      </p:pic>
      <p:sp>
        <p:nvSpPr>
          <p:cNvPr id="2" name="Content Placeholder 2">
            <a:extLst>
              <a:ext uri="{FF2B5EF4-FFF2-40B4-BE49-F238E27FC236}">
                <a16:creationId xmlns:a16="http://schemas.microsoft.com/office/drawing/2014/main" id="{82A94FFA-6A54-2408-CC96-6E2D29516235}"/>
              </a:ext>
            </a:extLst>
          </p:cNvPr>
          <p:cNvSpPr>
            <a:spLocks noGrp="1"/>
          </p:cNvSpPr>
          <p:nvPr>
            <p:ph idx="13"/>
          </p:nvPr>
        </p:nvSpPr>
        <p:spPr>
          <a:xfrm>
            <a:off x="5000747" y="1510036"/>
            <a:ext cx="6796501" cy="4811939"/>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T" dirty="0"/>
          </a:p>
        </p:txBody>
      </p:sp>
      <p:sp>
        <p:nvSpPr>
          <p:cNvPr id="4" name="Slide Number Placeholder 5">
            <a:extLst>
              <a:ext uri="{FF2B5EF4-FFF2-40B4-BE49-F238E27FC236}">
                <a16:creationId xmlns:a16="http://schemas.microsoft.com/office/drawing/2014/main" id="{5FFD6406-ECDC-D762-AD74-03193A77A793}"/>
              </a:ext>
            </a:extLst>
          </p:cNvPr>
          <p:cNvSpPr txBox="1">
            <a:spLocks/>
          </p:cNvSpPr>
          <p:nvPr userDrawn="1"/>
        </p:nvSpPr>
        <p:spPr>
          <a:xfrm>
            <a:off x="11359605" y="6458150"/>
            <a:ext cx="437643" cy="228600"/>
          </a:xfrm>
          <a:prstGeom prst="rect">
            <a:avLst/>
          </a:prstGeom>
        </p:spPr>
        <p:txBody>
          <a:bodyPr vert="horz" lIns="91440" tIns="45720" rIns="91440" bIns="45720" rtlCol="0" anchor="ctr"/>
          <a:lstStyle>
            <a:defPPr>
              <a:defRPr lang="en-P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A69646-C82F-834D-AEA1-D46061559697}" type="slidenum">
              <a:rPr lang="en-PT" sz="1000" smtClean="0">
                <a:solidFill>
                  <a:schemeClr val="accent1"/>
                </a:solidFill>
                <a:latin typeface="Arial Nova" panose="020B0504020202020204" pitchFamily="34" charset="0"/>
              </a:rPr>
              <a:pPr/>
              <a:t>‹N°›</a:t>
            </a:fld>
            <a:endParaRPr lang="en-PT" sz="1000" dirty="0">
              <a:solidFill>
                <a:schemeClr val="accent1"/>
              </a:solidFill>
              <a:latin typeface="Arial Nova" panose="020B0504020202020204" pitchFamily="34" charset="0"/>
            </a:endParaRPr>
          </a:p>
        </p:txBody>
      </p:sp>
      <p:sp>
        <p:nvSpPr>
          <p:cNvPr id="9" name="Rectangle 8"/>
          <p:cNvSpPr/>
          <p:nvPr userDrawn="1"/>
        </p:nvSpPr>
        <p:spPr>
          <a:xfrm>
            <a:off x="5841063" y="6245406"/>
            <a:ext cx="1960793" cy="461665"/>
          </a:xfrm>
          <a:prstGeom prst="rect">
            <a:avLst/>
          </a:prstGeom>
        </p:spPr>
        <p:txBody>
          <a:bodyPr wrap="none">
            <a:spAutoFit/>
          </a:bodyPr>
          <a:lstStyle/>
          <a:p>
            <a:r>
              <a:rPr lang="en-US" sz="2400" b="1" noProof="0" dirty="0">
                <a:solidFill>
                  <a:srgbClr val="FF0000"/>
                </a:solidFill>
              </a:rPr>
              <a:t>Confidential</a:t>
            </a:r>
          </a:p>
        </p:txBody>
      </p:sp>
    </p:spTree>
    <p:extLst>
      <p:ext uri="{BB962C8B-B14F-4D97-AF65-F5344CB8AC3E}">
        <p14:creationId xmlns:p14="http://schemas.microsoft.com/office/powerpoint/2010/main" val="272792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nal Slide">
    <p:spTree>
      <p:nvGrpSpPr>
        <p:cNvPr id="1" name=""/>
        <p:cNvGrpSpPr/>
        <p:nvPr/>
      </p:nvGrpSpPr>
      <p:grpSpPr>
        <a:xfrm>
          <a:off x="0" y="0"/>
          <a:ext cx="0" cy="0"/>
          <a:chOff x="0" y="0"/>
          <a:chExt cx="0" cy="0"/>
        </a:xfrm>
      </p:grpSpPr>
      <p:pic>
        <p:nvPicPr>
          <p:cNvPr id="3" name="Picture 2" descr="A blue and orange line&#10;&#10;Description automatically generated">
            <a:extLst>
              <a:ext uri="{FF2B5EF4-FFF2-40B4-BE49-F238E27FC236}">
                <a16:creationId xmlns:a16="http://schemas.microsoft.com/office/drawing/2014/main" id="{2F8C3ECF-991E-1F73-5529-3AB70E406584}"/>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9" name="Picture 8" descr="A logo with blue and orange text&#10;&#10;Description automatically generated">
            <a:extLst>
              <a:ext uri="{FF2B5EF4-FFF2-40B4-BE49-F238E27FC236}">
                <a16:creationId xmlns:a16="http://schemas.microsoft.com/office/drawing/2014/main" id="{0843010D-9ADB-B2D8-FBF4-2FE03115EE2D}"/>
              </a:ext>
            </a:extLst>
          </p:cNvPr>
          <p:cNvPicPr>
            <a:picLocks noChangeAspect="1"/>
          </p:cNvPicPr>
          <p:nvPr userDrawn="1"/>
        </p:nvPicPr>
        <p:blipFill>
          <a:blip r:embed="rId3"/>
          <a:stretch>
            <a:fillRect/>
          </a:stretch>
        </p:blipFill>
        <p:spPr>
          <a:xfrm>
            <a:off x="936172" y="586441"/>
            <a:ext cx="2578924" cy="1088306"/>
          </a:xfrm>
          <a:prstGeom prst="rect">
            <a:avLst/>
          </a:prstGeom>
        </p:spPr>
      </p:pic>
      <p:pic>
        <p:nvPicPr>
          <p:cNvPr id="12" name="Picture 11" descr="Blue text on a black background&#10;&#10;Description automatically generated">
            <a:extLst>
              <a:ext uri="{FF2B5EF4-FFF2-40B4-BE49-F238E27FC236}">
                <a16:creationId xmlns:a16="http://schemas.microsoft.com/office/drawing/2014/main" id="{4413A28E-A5D0-CC4B-2233-A72CC57871EC}"/>
              </a:ext>
            </a:extLst>
          </p:cNvPr>
          <p:cNvPicPr>
            <a:picLocks noChangeAspect="1"/>
          </p:cNvPicPr>
          <p:nvPr userDrawn="1"/>
        </p:nvPicPr>
        <p:blipFill>
          <a:blip r:embed="rId4"/>
          <a:stretch>
            <a:fillRect/>
          </a:stretch>
        </p:blipFill>
        <p:spPr>
          <a:xfrm>
            <a:off x="936172" y="6317331"/>
            <a:ext cx="1540635" cy="320965"/>
          </a:xfrm>
          <a:prstGeom prst="rect">
            <a:avLst/>
          </a:prstGeom>
        </p:spPr>
      </p:pic>
      <p:sp>
        <p:nvSpPr>
          <p:cNvPr id="4" name="TextBox 3">
            <a:extLst>
              <a:ext uri="{FF2B5EF4-FFF2-40B4-BE49-F238E27FC236}">
                <a16:creationId xmlns:a16="http://schemas.microsoft.com/office/drawing/2014/main" id="{2FAEBFDC-C8A9-1400-6DD0-1680F695EF86}"/>
              </a:ext>
            </a:extLst>
          </p:cNvPr>
          <p:cNvSpPr txBox="1"/>
          <p:nvPr userDrawn="1"/>
        </p:nvSpPr>
        <p:spPr>
          <a:xfrm>
            <a:off x="936172" y="2333366"/>
            <a:ext cx="8965976" cy="1200329"/>
          </a:xfrm>
          <a:prstGeom prst="rect">
            <a:avLst/>
          </a:prstGeom>
          <a:noFill/>
        </p:spPr>
        <p:txBody>
          <a:bodyPr wrap="square" rtlCol="0">
            <a:spAutoFit/>
          </a:bodyPr>
          <a:lstStyle/>
          <a:p>
            <a:r>
              <a:rPr lang="en-PT" sz="7200" b="1" dirty="0">
                <a:solidFill>
                  <a:schemeClr val="accent4"/>
                </a:solidFill>
                <a:latin typeface="Arial Nova" panose="020B0504020202020204" pitchFamily="34" charset="0"/>
              </a:rPr>
              <a:t>Thank you!</a:t>
            </a:r>
          </a:p>
        </p:txBody>
      </p:sp>
      <p:sp>
        <p:nvSpPr>
          <p:cNvPr id="6" name="TextBox 5">
            <a:extLst>
              <a:ext uri="{FF2B5EF4-FFF2-40B4-BE49-F238E27FC236}">
                <a16:creationId xmlns:a16="http://schemas.microsoft.com/office/drawing/2014/main" id="{09367BF8-4C01-F357-C8CA-5ECB22EF5FB1}"/>
              </a:ext>
            </a:extLst>
          </p:cNvPr>
          <p:cNvSpPr txBox="1"/>
          <p:nvPr userDrawn="1"/>
        </p:nvSpPr>
        <p:spPr>
          <a:xfrm>
            <a:off x="2476807" y="6293148"/>
            <a:ext cx="8701446" cy="338554"/>
          </a:xfrm>
          <a:prstGeom prst="rect">
            <a:avLst/>
          </a:prstGeom>
          <a:noFill/>
        </p:spPr>
        <p:txBody>
          <a:bodyPr wrap="square" rtlCol="0">
            <a:spAutoFit/>
          </a:bodyPr>
          <a:lstStyle/>
          <a:p>
            <a:r>
              <a:rPr lang="en-GB" sz="800" b="0" dirty="0">
                <a:solidFill>
                  <a:schemeClr val="tx1"/>
                </a:solidFill>
                <a:latin typeface="Arial Nova" panose="020B0504020202020204" pitchFamily="34" charset="0"/>
              </a:rPr>
              <a:t>Funded by the European Union under the GA No 101158775. Views and opinions expressed are however those of the author(s) only and do not necessarily reflect those of the European Union or the European Health and Digital Executive Agency (HADEA). Neither the European Union nor the granting authority can be held responsible for them.</a:t>
            </a:r>
            <a:endParaRPr lang="en-PT" sz="800" b="0" dirty="0">
              <a:solidFill>
                <a:schemeClr val="tx1"/>
              </a:solidFill>
              <a:latin typeface="Arial Nova" panose="020B0504020202020204" pitchFamily="34" charset="0"/>
            </a:endParaRPr>
          </a:p>
        </p:txBody>
      </p:sp>
      <p:sp>
        <p:nvSpPr>
          <p:cNvPr id="2" name="TextBox 1">
            <a:extLst>
              <a:ext uri="{FF2B5EF4-FFF2-40B4-BE49-F238E27FC236}">
                <a16:creationId xmlns:a16="http://schemas.microsoft.com/office/drawing/2014/main" id="{25C60EB6-DA5C-04D9-5192-959C5E326C11}"/>
              </a:ext>
            </a:extLst>
          </p:cNvPr>
          <p:cNvSpPr txBox="1"/>
          <p:nvPr userDrawn="1"/>
        </p:nvSpPr>
        <p:spPr>
          <a:xfrm>
            <a:off x="907238" y="5298873"/>
            <a:ext cx="9641811" cy="774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lang="en-PT" b="1" dirty="0">
                <a:latin typeface="Arial Nova" panose="020B0504020202020204" pitchFamily="34" charset="0"/>
              </a:rPr>
              <a:t>www.cirpass2.eu</a:t>
            </a:r>
          </a:p>
          <a:p>
            <a:pPr marL="0" marR="0" lvl="0" indent="0" algn="l" defTabSz="914400" rtl="0" eaLnBrk="1" fontAlgn="auto" latinLnBrk="0" hangingPunct="1">
              <a:lnSpc>
                <a:spcPct val="100000"/>
              </a:lnSpc>
              <a:spcBef>
                <a:spcPts val="0"/>
              </a:spcBef>
              <a:spcAft>
                <a:spcPts val="0"/>
              </a:spcAft>
              <a:buClrTx/>
              <a:buSzTx/>
              <a:buFontTx/>
              <a:buNone/>
              <a:tabLst/>
              <a:defRPr/>
            </a:pPr>
            <a:r>
              <a:rPr lang="en-PT" dirty="0">
                <a:latin typeface="Arial Nova" panose="020B0504020202020204" pitchFamily="34" charset="0"/>
              </a:rPr>
              <a:t>Contact us : info@cirpass2.eu</a:t>
            </a:r>
          </a:p>
        </p:txBody>
      </p:sp>
      <p:sp>
        <p:nvSpPr>
          <p:cNvPr id="23" name="Text Placeholder 22">
            <a:extLst>
              <a:ext uri="{FF2B5EF4-FFF2-40B4-BE49-F238E27FC236}">
                <a16:creationId xmlns:a16="http://schemas.microsoft.com/office/drawing/2014/main" id="{4BBCEF2C-1E7F-FD97-897A-A8909D11FF8A}"/>
              </a:ext>
            </a:extLst>
          </p:cNvPr>
          <p:cNvSpPr>
            <a:spLocks noGrp="1"/>
          </p:cNvSpPr>
          <p:nvPr>
            <p:ph type="body" sz="quarter" idx="10" hasCustomPrompt="1"/>
          </p:nvPr>
        </p:nvSpPr>
        <p:spPr>
          <a:xfrm>
            <a:off x="936736" y="3680477"/>
            <a:ext cx="9612313" cy="1471613"/>
          </a:xfrm>
        </p:spPr>
        <p:txBody>
          <a:bodyPr/>
          <a:lstStyle>
            <a:lvl1pPr marL="0" indent="0">
              <a:buNone/>
              <a:defRPr/>
            </a:lvl1pPr>
          </a:lstStyle>
          <a:p>
            <a:pPr lvl="0"/>
            <a:r>
              <a:rPr lang="en-PT" dirty="0"/>
              <a:t>Credits and/or </a:t>
            </a:r>
          </a:p>
          <a:p>
            <a:pPr lvl="0"/>
            <a:r>
              <a:rPr lang="en-GB" dirty="0"/>
              <a:t>o</a:t>
            </a:r>
            <a:r>
              <a:rPr lang="en-PT" dirty="0"/>
              <a:t>ther information</a:t>
            </a:r>
          </a:p>
        </p:txBody>
      </p:sp>
      <p:sp>
        <p:nvSpPr>
          <p:cNvPr id="10" name="Rectangle 9"/>
          <p:cNvSpPr/>
          <p:nvPr userDrawn="1"/>
        </p:nvSpPr>
        <p:spPr>
          <a:xfrm>
            <a:off x="5841063" y="6245406"/>
            <a:ext cx="1960793" cy="461665"/>
          </a:xfrm>
          <a:prstGeom prst="rect">
            <a:avLst/>
          </a:prstGeom>
        </p:spPr>
        <p:txBody>
          <a:bodyPr wrap="none">
            <a:spAutoFit/>
          </a:bodyPr>
          <a:lstStyle/>
          <a:p>
            <a:r>
              <a:rPr lang="en-US" sz="2400" b="1" noProof="0" dirty="0">
                <a:solidFill>
                  <a:srgbClr val="FF0000"/>
                </a:solidFill>
              </a:rPr>
              <a:t>Confidential</a:t>
            </a:r>
          </a:p>
        </p:txBody>
      </p:sp>
    </p:spTree>
    <p:extLst>
      <p:ext uri="{BB962C8B-B14F-4D97-AF65-F5344CB8AC3E}">
        <p14:creationId xmlns:p14="http://schemas.microsoft.com/office/powerpoint/2010/main" val="49149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nal Slide">
    <p:spTree>
      <p:nvGrpSpPr>
        <p:cNvPr id="1" name=""/>
        <p:cNvGrpSpPr/>
        <p:nvPr/>
      </p:nvGrpSpPr>
      <p:grpSpPr>
        <a:xfrm>
          <a:off x="0" y="0"/>
          <a:ext cx="0" cy="0"/>
          <a:chOff x="0" y="0"/>
          <a:chExt cx="0" cy="0"/>
        </a:xfrm>
      </p:grpSpPr>
      <p:pic>
        <p:nvPicPr>
          <p:cNvPr id="3" name="Picture 2" descr="A blue and orange line&#10;&#10;Description automatically generated">
            <a:extLst>
              <a:ext uri="{FF2B5EF4-FFF2-40B4-BE49-F238E27FC236}">
                <a16:creationId xmlns:a16="http://schemas.microsoft.com/office/drawing/2014/main" id="{2F8C3ECF-991E-1F73-5529-3AB70E406584}"/>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9" name="Picture 8" descr="A logo with blue and orange text&#10;&#10;Description automatically generated">
            <a:extLst>
              <a:ext uri="{FF2B5EF4-FFF2-40B4-BE49-F238E27FC236}">
                <a16:creationId xmlns:a16="http://schemas.microsoft.com/office/drawing/2014/main" id="{0843010D-9ADB-B2D8-FBF4-2FE03115EE2D}"/>
              </a:ext>
            </a:extLst>
          </p:cNvPr>
          <p:cNvPicPr>
            <a:picLocks noChangeAspect="1"/>
          </p:cNvPicPr>
          <p:nvPr userDrawn="1"/>
        </p:nvPicPr>
        <p:blipFill>
          <a:blip r:embed="rId3"/>
          <a:stretch>
            <a:fillRect/>
          </a:stretch>
        </p:blipFill>
        <p:spPr>
          <a:xfrm>
            <a:off x="936172" y="586441"/>
            <a:ext cx="2578924" cy="1088306"/>
          </a:xfrm>
          <a:prstGeom prst="rect">
            <a:avLst/>
          </a:prstGeom>
        </p:spPr>
      </p:pic>
      <p:pic>
        <p:nvPicPr>
          <p:cNvPr id="12" name="Picture 11" descr="Blue text on a black background&#10;&#10;Description automatically generated">
            <a:extLst>
              <a:ext uri="{FF2B5EF4-FFF2-40B4-BE49-F238E27FC236}">
                <a16:creationId xmlns:a16="http://schemas.microsoft.com/office/drawing/2014/main" id="{4413A28E-A5D0-CC4B-2233-A72CC57871EC}"/>
              </a:ext>
            </a:extLst>
          </p:cNvPr>
          <p:cNvPicPr>
            <a:picLocks noChangeAspect="1"/>
          </p:cNvPicPr>
          <p:nvPr userDrawn="1"/>
        </p:nvPicPr>
        <p:blipFill>
          <a:blip r:embed="rId4"/>
          <a:stretch>
            <a:fillRect/>
          </a:stretch>
        </p:blipFill>
        <p:spPr>
          <a:xfrm>
            <a:off x="936172" y="6317331"/>
            <a:ext cx="1540635" cy="320965"/>
          </a:xfrm>
          <a:prstGeom prst="rect">
            <a:avLst/>
          </a:prstGeom>
        </p:spPr>
      </p:pic>
      <p:sp>
        <p:nvSpPr>
          <p:cNvPr id="4" name="TextBox 3">
            <a:extLst>
              <a:ext uri="{FF2B5EF4-FFF2-40B4-BE49-F238E27FC236}">
                <a16:creationId xmlns:a16="http://schemas.microsoft.com/office/drawing/2014/main" id="{2FAEBFDC-C8A9-1400-6DD0-1680F695EF86}"/>
              </a:ext>
            </a:extLst>
          </p:cNvPr>
          <p:cNvSpPr txBox="1"/>
          <p:nvPr userDrawn="1"/>
        </p:nvSpPr>
        <p:spPr>
          <a:xfrm>
            <a:off x="936172" y="2333366"/>
            <a:ext cx="8965976" cy="1200329"/>
          </a:xfrm>
          <a:prstGeom prst="rect">
            <a:avLst/>
          </a:prstGeom>
          <a:noFill/>
        </p:spPr>
        <p:txBody>
          <a:bodyPr wrap="square" rtlCol="0">
            <a:spAutoFit/>
          </a:bodyPr>
          <a:lstStyle/>
          <a:p>
            <a:r>
              <a:rPr lang="en-PT" sz="7200" b="1" dirty="0">
                <a:solidFill>
                  <a:schemeClr val="accent4"/>
                </a:solidFill>
                <a:latin typeface="Arial Nova" panose="020B0504020202020204" pitchFamily="34" charset="0"/>
              </a:rPr>
              <a:t>Thank you!</a:t>
            </a:r>
          </a:p>
        </p:txBody>
      </p:sp>
      <p:sp>
        <p:nvSpPr>
          <p:cNvPr id="6" name="TextBox 5">
            <a:extLst>
              <a:ext uri="{FF2B5EF4-FFF2-40B4-BE49-F238E27FC236}">
                <a16:creationId xmlns:a16="http://schemas.microsoft.com/office/drawing/2014/main" id="{09367BF8-4C01-F357-C8CA-5ECB22EF5FB1}"/>
              </a:ext>
            </a:extLst>
          </p:cNvPr>
          <p:cNvSpPr txBox="1"/>
          <p:nvPr userDrawn="1"/>
        </p:nvSpPr>
        <p:spPr>
          <a:xfrm>
            <a:off x="2476807" y="6293148"/>
            <a:ext cx="8701446" cy="338554"/>
          </a:xfrm>
          <a:prstGeom prst="rect">
            <a:avLst/>
          </a:prstGeom>
          <a:noFill/>
        </p:spPr>
        <p:txBody>
          <a:bodyPr wrap="square" rtlCol="0">
            <a:spAutoFit/>
          </a:bodyPr>
          <a:lstStyle/>
          <a:p>
            <a:r>
              <a:rPr lang="en-GB" sz="800" b="0" dirty="0">
                <a:solidFill>
                  <a:schemeClr val="tx1"/>
                </a:solidFill>
                <a:latin typeface="Arial Nova" panose="020B0504020202020204" pitchFamily="34" charset="0"/>
              </a:rPr>
              <a:t>Funded by the European Union under the GA No 101158775. Views and opinions expressed are however those of the author(s) only and do not necessarily reflect those of the European Union or the European Health and Digital Executive Agency (HADEA). Neither the European Union nor the granting authority can be held responsible for them.</a:t>
            </a:r>
            <a:endParaRPr lang="en-PT" sz="800" b="0" dirty="0">
              <a:solidFill>
                <a:schemeClr val="tx1"/>
              </a:solidFill>
              <a:latin typeface="Arial Nova" panose="020B0504020202020204" pitchFamily="34" charset="0"/>
            </a:endParaRPr>
          </a:p>
        </p:txBody>
      </p:sp>
      <p:sp>
        <p:nvSpPr>
          <p:cNvPr id="2" name="TextBox 1">
            <a:extLst>
              <a:ext uri="{FF2B5EF4-FFF2-40B4-BE49-F238E27FC236}">
                <a16:creationId xmlns:a16="http://schemas.microsoft.com/office/drawing/2014/main" id="{25C60EB6-DA5C-04D9-5192-959C5E326C11}"/>
              </a:ext>
            </a:extLst>
          </p:cNvPr>
          <p:cNvSpPr txBox="1"/>
          <p:nvPr userDrawn="1"/>
        </p:nvSpPr>
        <p:spPr>
          <a:xfrm>
            <a:off x="1116677" y="3751565"/>
            <a:ext cx="3265638" cy="7745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lang="en-PT" b="1" dirty="0">
                <a:latin typeface="Arial Nova" panose="020B0504020202020204" pitchFamily="34" charset="0"/>
              </a:rPr>
              <a:t>www.cirpass2.eu</a:t>
            </a:r>
          </a:p>
          <a:p>
            <a:pPr marL="0" marR="0" lvl="0" indent="0" algn="l" defTabSz="914400" rtl="0" eaLnBrk="1" fontAlgn="auto" latinLnBrk="0" hangingPunct="1">
              <a:lnSpc>
                <a:spcPct val="100000"/>
              </a:lnSpc>
              <a:spcBef>
                <a:spcPts val="0"/>
              </a:spcBef>
              <a:spcAft>
                <a:spcPts val="0"/>
              </a:spcAft>
              <a:buClrTx/>
              <a:buSzTx/>
              <a:buFontTx/>
              <a:buNone/>
              <a:tabLst/>
              <a:defRPr/>
            </a:pPr>
            <a:r>
              <a:rPr lang="en-PT" dirty="0">
                <a:latin typeface="Arial Nova" panose="020B0504020202020204" pitchFamily="34" charset="0"/>
              </a:rPr>
              <a:t>Contact us : info@cirpass2.eu</a:t>
            </a:r>
          </a:p>
        </p:txBody>
      </p:sp>
      <p:grpSp>
        <p:nvGrpSpPr>
          <p:cNvPr id="19" name="Group 18">
            <a:extLst>
              <a:ext uri="{FF2B5EF4-FFF2-40B4-BE49-F238E27FC236}">
                <a16:creationId xmlns:a16="http://schemas.microsoft.com/office/drawing/2014/main" id="{BB199817-12AD-CC12-604B-A039CD8A09E4}"/>
              </a:ext>
            </a:extLst>
          </p:cNvPr>
          <p:cNvGrpSpPr/>
          <p:nvPr userDrawn="1"/>
        </p:nvGrpSpPr>
        <p:grpSpPr>
          <a:xfrm>
            <a:off x="936172" y="5294292"/>
            <a:ext cx="2078134" cy="369332"/>
            <a:chOff x="1145894" y="5302263"/>
            <a:chExt cx="2078134" cy="369332"/>
          </a:xfrm>
        </p:grpSpPr>
        <p:pic>
          <p:nvPicPr>
            <p:cNvPr id="7" name="Picture 6" descr="A blue square with black text&#10;&#10;Description automatically generated">
              <a:extLst>
                <a:ext uri="{FF2B5EF4-FFF2-40B4-BE49-F238E27FC236}">
                  <a16:creationId xmlns:a16="http://schemas.microsoft.com/office/drawing/2014/main" id="{4D89D1E9-A153-BB61-6AC2-A7B853B99733}"/>
                </a:ext>
              </a:extLst>
            </p:cNvPr>
            <p:cNvPicPr>
              <a:picLocks noChangeAspect="1"/>
            </p:cNvPicPr>
            <p:nvPr userDrawn="1"/>
          </p:nvPicPr>
          <p:blipFill>
            <a:blip r:embed="rId5"/>
            <a:stretch>
              <a:fillRect/>
            </a:stretch>
          </p:blipFill>
          <p:spPr>
            <a:xfrm>
              <a:off x="1145894" y="5318358"/>
              <a:ext cx="338555" cy="338555"/>
            </a:xfrm>
            <a:prstGeom prst="rect">
              <a:avLst/>
            </a:prstGeom>
          </p:spPr>
        </p:pic>
        <p:sp>
          <p:nvSpPr>
            <p:cNvPr id="16" name="TextBox 15">
              <a:extLst>
                <a:ext uri="{FF2B5EF4-FFF2-40B4-BE49-F238E27FC236}">
                  <a16:creationId xmlns:a16="http://schemas.microsoft.com/office/drawing/2014/main" id="{1466061F-E50E-9C7A-7621-A5E777FBB29D}"/>
                </a:ext>
              </a:extLst>
            </p:cNvPr>
            <p:cNvSpPr txBox="1"/>
            <p:nvPr userDrawn="1"/>
          </p:nvSpPr>
          <p:spPr>
            <a:xfrm>
              <a:off x="1484449" y="5302263"/>
              <a:ext cx="1739579" cy="369332"/>
            </a:xfrm>
            <a:prstGeom prst="rect">
              <a:avLst/>
            </a:prstGeom>
            <a:noFill/>
          </p:spPr>
          <p:txBody>
            <a:bodyPr wrap="none" rtlCol="0">
              <a:spAutoFit/>
            </a:bodyPr>
            <a:lstStyle/>
            <a:p>
              <a:r>
                <a:rPr lang="en-PT" dirty="0">
                  <a:latin typeface="Arial Nova" panose="020B0504020202020204" pitchFamily="34" charset="0"/>
                </a:rPr>
                <a:t>@cirpass2-dpp</a:t>
              </a:r>
            </a:p>
          </p:txBody>
        </p:sp>
      </p:grpSp>
      <p:grpSp>
        <p:nvGrpSpPr>
          <p:cNvPr id="20" name="Group 19">
            <a:extLst>
              <a:ext uri="{FF2B5EF4-FFF2-40B4-BE49-F238E27FC236}">
                <a16:creationId xmlns:a16="http://schemas.microsoft.com/office/drawing/2014/main" id="{087BEFE6-0A68-1A93-2136-82F4DAD0CFF9}"/>
              </a:ext>
            </a:extLst>
          </p:cNvPr>
          <p:cNvGrpSpPr/>
          <p:nvPr userDrawn="1"/>
        </p:nvGrpSpPr>
        <p:grpSpPr>
          <a:xfrm>
            <a:off x="4382315" y="5303817"/>
            <a:ext cx="2129430" cy="369332"/>
            <a:chOff x="4351829" y="5311788"/>
            <a:chExt cx="2129430" cy="369332"/>
          </a:xfrm>
        </p:grpSpPr>
        <p:pic>
          <p:nvPicPr>
            <p:cNvPr id="13" name="Picture 12" descr="A blue circle with white x in it&#10;&#10;Description automatically generated">
              <a:extLst>
                <a:ext uri="{FF2B5EF4-FFF2-40B4-BE49-F238E27FC236}">
                  <a16:creationId xmlns:a16="http://schemas.microsoft.com/office/drawing/2014/main" id="{69828A47-4867-9613-D4F9-AA2649BA8FA0}"/>
                </a:ext>
              </a:extLst>
            </p:cNvPr>
            <p:cNvPicPr>
              <a:picLocks noChangeAspect="1"/>
            </p:cNvPicPr>
            <p:nvPr userDrawn="1"/>
          </p:nvPicPr>
          <p:blipFill>
            <a:blip r:embed="rId6"/>
            <a:stretch>
              <a:fillRect/>
            </a:stretch>
          </p:blipFill>
          <p:spPr>
            <a:xfrm>
              <a:off x="4351829" y="5333040"/>
              <a:ext cx="338555" cy="338555"/>
            </a:xfrm>
            <a:prstGeom prst="rect">
              <a:avLst/>
            </a:prstGeom>
          </p:spPr>
        </p:pic>
        <p:sp>
          <p:nvSpPr>
            <p:cNvPr id="17" name="TextBox 16">
              <a:extLst>
                <a:ext uri="{FF2B5EF4-FFF2-40B4-BE49-F238E27FC236}">
                  <a16:creationId xmlns:a16="http://schemas.microsoft.com/office/drawing/2014/main" id="{A715B26C-1281-E529-C4AC-162E5BF03183}"/>
                </a:ext>
              </a:extLst>
            </p:cNvPr>
            <p:cNvSpPr txBox="1"/>
            <p:nvPr userDrawn="1"/>
          </p:nvSpPr>
          <p:spPr>
            <a:xfrm>
              <a:off x="4690384" y="5311788"/>
              <a:ext cx="1790875" cy="369332"/>
            </a:xfrm>
            <a:prstGeom prst="rect">
              <a:avLst/>
            </a:prstGeom>
            <a:noFill/>
          </p:spPr>
          <p:txBody>
            <a:bodyPr wrap="none" rtlCol="0">
              <a:spAutoFit/>
            </a:bodyPr>
            <a:lstStyle/>
            <a:p>
              <a:r>
                <a:rPr lang="en-PT" dirty="0">
                  <a:latin typeface="Arial Nova" panose="020B0504020202020204" pitchFamily="34" charset="0"/>
                </a:rPr>
                <a:t>@cirpass2_dpp</a:t>
              </a:r>
            </a:p>
          </p:txBody>
        </p:sp>
      </p:grpSp>
      <p:grpSp>
        <p:nvGrpSpPr>
          <p:cNvPr id="21" name="Group 20">
            <a:extLst>
              <a:ext uri="{FF2B5EF4-FFF2-40B4-BE49-F238E27FC236}">
                <a16:creationId xmlns:a16="http://schemas.microsoft.com/office/drawing/2014/main" id="{1DDA052D-5341-9200-23B3-7214E1063EEF}"/>
              </a:ext>
            </a:extLst>
          </p:cNvPr>
          <p:cNvGrpSpPr/>
          <p:nvPr userDrawn="1"/>
        </p:nvGrpSpPr>
        <p:grpSpPr>
          <a:xfrm>
            <a:off x="7879753" y="5304391"/>
            <a:ext cx="2275060" cy="369332"/>
            <a:chOff x="8089475" y="5312362"/>
            <a:chExt cx="2275060" cy="369332"/>
          </a:xfrm>
        </p:grpSpPr>
        <p:pic>
          <p:nvPicPr>
            <p:cNvPr id="15" name="Picture 14" descr="A blue play button with a black arrow&#10;&#10;Description automatically generated">
              <a:extLst>
                <a:ext uri="{FF2B5EF4-FFF2-40B4-BE49-F238E27FC236}">
                  <a16:creationId xmlns:a16="http://schemas.microsoft.com/office/drawing/2014/main" id="{5284BCCF-28BD-7C4E-A6B1-6BCD0968A55F}"/>
                </a:ext>
              </a:extLst>
            </p:cNvPr>
            <p:cNvPicPr>
              <a:picLocks noChangeAspect="1"/>
            </p:cNvPicPr>
            <p:nvPr userDrawn="1"/>
          </p:nvPicPr>
          <p:blipFill rotWithShape="1">
            <a:blip r:embed="rId7"/>
            <a:srcRect l="839" t="2143" r="978" b="1840"/>
            <a:stretch/>
          </p:blipFill>
          <p:spPr>
            <a:xfrm flipV="1">
              <a:off x="8089475" y="5333040"/>
              <a:ext cx="484185" cy="338555"/>
            </a:xfrm>
            <a:prstGeom prst="rect">
              <a:avLst/>
            </a:prstGeom>
          </p:spPr>
        </p:pic>
        <p:sp>
          <p:nvSpPr>
            <p:cNvPr id="18" name="TextBox 17">
              <a:extLst>
                <a:ext uri="{FF2B5EF4-FFF2-40B4-BE49-F238E27FC236}">
                  <a16:creationId xmlns:a16="http://schemas.microsoft.com/office/drawing/2014/main" id="{EE7DA278-1661-6025-FD4D-6924A2716291}"/>
                </a:ext>
              </a:extLst>
            </p:cNvPr>
            <p:cNvSpPr txBox="1"/>
            <p:nvPr userDrawn="1"/>
          </p:nvSpPr>
          <p:spPr>
            <a:xfrm>
              <a:off x="8573660" y="5312362"/>
              <a:ext cx="1790875" cy="369332"/>
            </a:xfrm>
            <a:prstGeom prst="rect">
              <a:avLst/>
            </a:prstGeom>
            <a:noFill/>
          </p:spPr>
          <p:txBody>
            <a:bodyPr wrap="none" rtlCol="0">
              <a:spAutoFit/>
            </a:bodyPr>
            <a:lstStyle/>
            <a:p>
              <a:r>
                <a:rPr lang="en-PT" dirty="0">
                  <a:latin typeface="Arial Nova" panose="020B0504020202020204" pitchFamily="34" charset="0"/>
                </a:rPr>
                <a:t>@cirpass2_dpp</a:t>
              </a:r>
            </a:p>
          </p:txBody>
        </p:sp>
      </p:grpSp>
      <p:sp>
        <p:nvSpPr>
          <p:cNvPr id="22" name="Rectangle 21"/>
          <p:cNvSpPr/>
          <p:nvPr userDrawn="1"/>
        </p:nvSpPr>
        <p:spPr>
          <a:xfrm>
            <a:off x="5841063" y="6245406"/>
            <a:ext cx="1960793" cy="461665"/>
          </a:xfrm>
          <a:prstGeom prst="rect">
            <a:avLst/>
          </a:prstGeom>
        </p:spPr>
        <p:txBody>
          <a:bodyPr wrap="none">
            <a:spAutoFit/>
          </a:bodyPr>
          <a:lstStyle/>
          <a:p>
            <a:r>
              <a:rPr lang="en-US" sz="2400" b="1" noProof="0" dirty="0">
                <a:solidFill>
                  <a:srgbClr val="FF0000"/>
                </a:solidFill>
              </a:rPr>
              <a:t>Confidential</a:t>
            </a:r>
          </a:p>
        </p:txBody>
      </p:sp>
    </p:spTree>
    <p:extLst>
      <p:ext uri="{BB962C8B-B14F-4D97-AF65-F5344CB8AC3E}">
        <p14:creationId xmlns:p14="http://schemas.microsoft.com/office/powerpoint/2010/main" val="1895848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75D6A3-299E-3E0A-DAD5-E9C0D71B0D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PT" dirty="0"/>
          </a:p>
        </p:txBody>
      </p:sp>
      <p:sp>
        <p:nvSpPr>
          <p:cNvPr id="3" name="Text Placeholder 2">
            <a:extLst>
              <a:ext uri="{FF2B5EF4-FFF2-40B4-BE49-F238E27FC236}">
                <a16:creationId xmlns:a16="http://schemas.microsoft.com/office/drawing/2014/main" id="{C560C6D6-16E0-3FA5-044A-872A51F935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T" dirty="0"/>
          </a:p>
        </p:txBody>
      </p:sp>
      <p:sp>
        <p:nvSpPr>
          <p:cNvPr id="4" name="Date Placeholder 3">
            <a:extLst>
              <a:ext uri="{FF2B5EF4-FFF2-40B4-BE49-F238E27FC236}">
                <a16:creationId xmlns:a16="http://schemas.microsoft.com/office/drawing/2014/main" id="{F4A72BE8-2EE0-8B90-8A7D-0D0CAB4A7A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5392E2-90CF-9244-B2CF-27F2AFF6E181}" type="datetimeFigureOut">
              <a:rPr lang="en-PT" smtClean="0"/>
              <a:t>08/31/2026</a:t>
            </a:fld>
            <a:endParaRPr lang="en-PT"/>
          </a:p>
        </p:txBody>
      </p:sp>
      <p:sp>
        <p:nvSpPr>
          <p:cNvPr id="5" name="Footer Placeholder 4">
            <a:extLst>
              <a:ext uri="{FF2B5EF4-FFF2-40B4-BE49-F238E27FC236}">
                <a16:creationId xmlns:a16="http://schemas.microsoft.com/office/drawing/2014/main" id="{DDFD0312-A440-BC33-F654-EBF6896929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T"/>
          </a:p>
        </p:txBody>
      </p:sp>
      <p:sp>
        <p:nvSpPr>
          <p:cNvPr id="6" name="Slide Number Placeholder 5">
            <a:extLst>
              <a:ext uri="{FF2B5EF4-FFF2-40B4-BE49-F238E27FC236}">
                <a16:creationId xmlns:a16="http://schemas.microsoft.com/office/drawing/2014/main" id="{4D398C74-1955-8988-3680-FEB94259DA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A69646-C82F-834D-AEA1-D46061559697}" type="slidenum">
              <a:rPr lang="en-PT" smtClean="0"/>
              <a:t>‹N°›</a:t>
            </a:fld>
            <a:endParaRPr lang="en-PT"/>
          </a:p>
        </p:txBody>
      </p:sp>
    </p:spTree>
    <p:extLst>
      <p:ext uri="{BB962C8B-B14F-4D97-AF65-F5344CB8AC3E}">
        <p14:creationId xmlns:p14="http://schemas.microsoft.com/office/powerpoint/2010/main" val="1352898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8" r:id="rId6"/>
    <p:sldLayoutId id="2147483656" r:id="rId7"/>
    <p:sldLayoutId id="2147483657"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000" kern="1200">
          <a:solidFill>
            <a:schemeClr val="tx1"/>
          </a:solidFill>
          <a:latin typeface="Arial Nova" panose="020B05040202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Wingdings" pitchFamily="2" charset="2"/>
        <a:buChar char="§"/>
        <a:defRPr sz="2400"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000" kern="1200">
          <a:solidFill>
            <a:schemeClr val="tx1"/>
          </a:solidFill>
          <a:latin typeface="Arial Nova" panose="020B05040202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Arial Nova" panose="020B05040202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Arial Nova" panose="020B05040202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Arial Nova"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ebgate.ec.europa.eu/single-market-compliance-space/notified-bodies/notified-body-list?filter=notificationStatusId:1,legislationId:162960" TargetMode="External"/><Relationship Id="rId2" Type="http://schemas.openxmlformats.org/officeDocument/2006/relationships/hyperlink" Target="https://w3c.github.io/vc-recognized-entities/#recognizedaction" TargetMode="External"/><Relationship Id="rId1" Type="http://schemas.openxmlformats.org/officeDocument/2006/relationships/slideLayout" Target="../slideLayouts/slideLayout2.xml"/><Relationship Id="rId5" Type="http://schemas.openxmlformats.org/officeDocument/2006/relationships/hyperlink" Target="https://gs1.github.io/GS1DigitalLicenses/#gtin-key-credential" TargetMode="Externa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hyperlink" Target="https://eur-lex.europa.eu/eli/reg/2023/1542/oj?locale=en&amp;utm_source=chatgpt.com" TargetMode="External"/><Relationship Id="rId2" Type="http://schemas.openxmlformats.org/officeDocument/2006/relationships/hyperlink" Target="https://webgate.ec.europa.eu/single-market-compliance-space/notified-bodies/notified-body-list?filter=notificationStatusId%3A1%2ClegislationId%3A162960&amp;utm_source=chatgpt.com" TargetMode="External"/><Relationship Id="rId1" Type="http://schemas.openxmlformats.org/officeDocument/2006/relationships/slideLayout" Target="../slideLayouts/slideLayout2.xml"/><Relationship Id="rId5" Type="http://schemas.openxmlformats.org/officeDocument/2006/relationships/hyperlink" Target="https://eur-lex.europa.eu/eli/reg/2023/1542/oj/eng#anx_IX" TargetMode="External"/><Relationship Id="rId4" Type="http://schemas.openxmlformats.org/officeDocument/2006/relationships/hyperlink" Target="https://eur-lex.europa.eu/eli/reg/2023/1542/oj?eliuri=eli%3Areg%3A2023%3A1542%3Aoj&amp;locale=en&amp;utm_source=chatgpt.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tic-council.or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C985F-495B-C893-0522-8F9A9C8D9527}"/>
              </a:ext>
            </a:extLst>
          </p:cNvPr>
          <p:cNvSpPr>
            <a:spLocks noGrp="1"/>
          </p:cNvSpPr>
          <p:nvPr>
            <p:ph type="ctrTitle"/>
          </p:nvPr>
        </p:nvSpPr>
        <p:spPr/>
        <p:txBody>
          <a:bodyPr>
            <a:normAutofit fontScale="90000"/>
          </a:bodyPr>
          <a:lstStyle/>
          <a:p>
            <a:r>
              <a:rPr lang="en-US" dirty="0"/>
              <a:t>W3C VCWG</a:t>
            </a:r>
            <a:br>
              <a:rPr lang="en-US" dirty="0"/>
            </a:br>
            <a:r>
              <a:rPr lang="en-US" dirty="0"/>
              <a:t>TF Vocabularies for DPP</a:t>
            </a:r>
          </a:p>
        </p:txBody>
      </p:sp>
      <p:sp>
        <p:nvSpPr>
          <p:cNvPr id="4" name="Text Placeholder 3">
            <a:extLst>
              <a:ext uri="{FF2B5EF4-FFF2-40B4-BE49-F238E27FC236}">
                <a16:creationId xmlns:a16="http://schemas.microsoft.com/office/drawing/2014/main" id="{7808A1F3-2052-E85F-A07A-C6DD1A135564}"/>
              </a:ext>
            </a:extLst>
          </p:cNvPr>
          <p:cNvSpPr>
            <a:spLocks noGrp="1"/>
          </p:cNvSpPr>
          <p:nvPr>
            <p:ph type="body" sz="quarter" idx="11"/>
          </p:nvPr>
        </p:nvSpPr>
        <p:spPr>
          <a:xfrm>
            <a:off x="936626" y="4687605"/>
            <a:ext cx="7627272" cy="422274"/>
          </a:xfrm>
        </p:spPr>
        <p:txBody>
          <a:bodyPr/>
          <a:lstStyle/>
          <a:p>
            <a:r>
              <a:rPr lang="en-US" dirty="0"/>
              <a:t>Carolynn Bernier, CEA</a:t>
            </a:r>
          </a:p>
        </p:txBody>
      </p:sp>
      <p:sp>
        <p:nvSpPr>
          <p:cNvPr id="5" name="Text Placeholder 4">
            <a:extLst>
              <a:ext uri="{FF2B5EF4-FFF2-40B4-BE49-F238E27FC236}">
                <a16:creationId xmlns:a16="http://schemas.microsoft.com/office/drawing/2014/main" id="{96BB21D7-2DB4-07A5-53D5-2BA4D4EDDB00}"/>
              </a:ext>
            </a:extLst>
          </p:cNvPr>
          <p:cNvSpPr>
            <a:spLocks noGrp="1"/>
          </p:cNvSpPr>
          <p:nvPr>
            <p:ph type="body" sz="quarter" idx="12"/>
          </p:nvPr>
        </p:nvSpPr>
        <p:spPr>
          <a:xfrm>
            <a:off x="936626" y="5217251"/>
            <a:ext cx="7627272" cy="272598"/>
          </a:xfrm>
        </p:spPr>
        <p:txBody>
          <a:bodyPr>
            <a:normAutofit lnSpcReduction="10000"/>
          </a:bodyPr>
          <a:lstStyle/>
          <a:p>
            <a:r>
              <a:rPr lang="en-US" dirty="0"/>
              <a:t>August 31, 2026</a:t>
            </a:r>
          </a:p>
          <a:p>
            <a:endParaRPr lang="en-US" dirty="0"/>
          </a:p>
        </p:txBody>
      </p:sp>
    </p:spTree>
    <p:extLst>
      <p:ext uri="{BB962C8B-B14F-4D97-AF65-F5344CB8AC3E}">
        <p14:creationId xmlns:p14="http://schemas.microsoft.com/office/powerpoint/2010/main" val="1015732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186F4C-1885-4DE1-AD4A-6BE2AA312E3E}"/>
              </a:ext>
            </a:extLst>
          </p:cNvPr>
          <p:cNvSpPr>
            <a:spLocks noGrp="1"/>
          </p:cNvSpPr>
          <p:nvPr>
            <p:ph type="title"/>
          </p:nvPr>
        </p:nvSpPr>
        <p:spPr/>
        <p:txBody>
          <a:bodyPr/>
          <a:lstStyle/>
          <a:p>
            <a:r>
              <a:rPr lang="en-US" dirty="0"/>
              <a:t>Updates August 24 meeting</a:t>
            </a:r>
          </a:p>
        </p:txBody>
      </p:sp>
      <p:sp>
        <p:nvSpPr>
          <p:cNvPr id="3" name="Espace réservé du contenu 2">
            <a:extLst>
              <a:ext uri="{FF2B5EF4-FFF2-40B4-BE49-F238E27FC236}">
                <a16:creationId xmlns:a16="http://schemas.microsoft.com/office/drawing/2014/main" id="{80410B71-8629-405B-82D8-7C38F3DD3928}"/>
              </a:ext>
            </a:extLst>
          </p:cNvPr>
          <p:cNvSpPr>
            <a:spLocks noGrp="1"/>
          </p:cNvSpPr>
          <p:nvPr>
            <p:ph idx="13"/>
          </p:nvPr>
        </p:nvSpPr>
        <p:spPr>
          <a:xfrm>
            <a:off x="483895" y="1510035"/>
            <a:ext cx="7807849" cy="4811939"/>
          </a:xfrm>
        </p:spPr>
        <p:txBody>
          <a:bodyPr>
            <a:normAutofit fontScale="92500" lnSpcReduction="20000"/>
          </a:bodyPr>
          <a:lstStyle/>
          <a:p>
            <a:r>
              <a:rPr lang="en-GB" sz="1800" dirty="0">
                <a:latin typeface="Calibri" panose="020F0502020204030204" pitchFamily="34" charset="0"/>
                <a:ea typeface="Calibri" panose="020F0502020204030204" pitchFamily="34" charset="0"/>
              </a:rPr>
              <a:t>Confusion around the term “Verifiers” : </a:t>
            </a:r>
          </a:p>
          <a:p>
            <a:pPr lvl="1"/>
            <a:r>
              <a:rPr lang="en-GB" sz="1000" dirty="0">
                <a:latin typeface="Calibri" panose="020F0502020204030204" pitchFamily="34" charset="0"/>
                <a:ea typeface="Calibri" panose="020F0502020204030204" pitchFamily="34" charset="0"/>
              </a:rPr>
              <a:t>Relying party (the person or organisation) checking the validity of the credential.</a:t>
            </a:r>
          </a:p>
          <a:p>
            <a:pPr lvl="1"/>
            <a:r>
              <a:rPr lang="en-GB" sz="1000" dirty="0">
                <a:latin typeface="Calibri" panose="020F0502020204030204" pitchFamily="34" charset="0"/>
                <a:ea typeface="Calibri" panose="020F0502020204030204" pitchFamily="34" charset="0"/>
              </a:rPr>
              <a:t>The software performing the verification. </a:t>
            </a:r>
          </a:p>
          <a:p>
            <a:r>
              <a:rPr lang="en-GB" sz="1800" dirty="0">
                <a:latin typeface="Calibri" panose="020F0502020204030204" pitchFamily="34" charset="0"/>
                <a:ea typeface="Calibri" panose="020F0502020204030204" pitchFamily="34" charset="0"/>
              </a:rPr>
              <a:t>Recognized entities credential : They can be issued to gather trust information about either </a:t>
            </a:r>
            <a:r>
              <a:rPr lang="en-GB" sz="1800" b="1" dirty="0">
                <a:latin typeface="Calibri" panose="020F0502020204030204" pitchFamily="34" charset="0"/>
                <a:ea typeface="Calibri" panose="020F0502020204030204" pitchFamily="34" charset="0"/>
              </a:rPr>
              <a:t>issuers</a:t>
            </a:r>
            <a:r>
              <a:rPr lang="en-GB" sz="1800" dirty="0">
                <a:latin typeface="Calibri" panose="020F0502020204030204" pitchFamily="34" charset="0"/>
                <a:ea typeface="Calibri" panose="020F0502020204030204" pitchFamily="34" charset="0"/>
              </a:rPr>
              <a:t> or </a:t>
            </a:r>
            <a:r>
              <a:rPr lang="en-GB" sz="1800" b="1" dirty="0">
                <a:latin typeface="Calibri" panose="020F0502020204030204" pitchFamily="34" charset="0"/>
                <a:ea typeface="Calibri" panose="020F0502020204030204" pitchFamily="34" charset="0"/>
              </a:rPr>
              <a:t>verifiers</a:t>
            </a:r>
            <a:r>
              <a:rPr lang="en-GB" sz="1800" dirty="0">
                <a:latin typeface="Calibri" panose="020F0502020204030204" pitchFamily="34" charset="0"/>
                <a:ea typeface="Calibri" panose="020F0502020204030204" pitchFamily="34" charset="0"/>
              </a:rPr>
              <a:t>. This is done using the </a:t>
            </a:r>
            <a:r>
              <a:rPr lang="en-GB" sz="1800" dirty="0" err="1">
                <a:latin typeface="Calibri" panose="020F0502020204030204" pitchFamily="34" charset="0"/>
                <a:ea typeface="Calibri" panose="020F0502020204030204" pitchFamily="34" charset="0"/>
              </a:rPr>
              <a:t>RecognizedAction</a:t>
            </a:r>
            <a:r>
              <a:rPr lang="en-GB" sz="1800" dirty="0">
                <a:latin typeface="Calibri" panose="020F0502020204030204" pitchFamily="34" charset="0"/>
                <a:ea typeface="Calibri" panose="020F0502020204030204" pitchFamily="34" charset="0"/>
              </a:rPr>
              <a:t> which can be either issue or verify. </a:t>
            </a:r>
            <a:r>
              <a:rPr lang="en-GB" sz="1800" dirty="0">
                <a:latin typeface="Calibri" panose="020F0502020204030204" pitchFamily="34" charset="0"/>
                <a:ea typeface="Calibri" panose="020F0502020204030204" pitchFamily="34" charset="0"/>
                <a:hlinkClick r:id="rId2"/>
              </a:rPr>
              <a:t>https://w3c.github.io/vc-recognized-entities/#recognizedaction</a:t>
            </a:r>
            <a:r>
              <a:rPr lang="en-GB" sz="1800" dirty="0">
                <a:latin typeface="Calibri" panose="020F0502020204030204" pitchFamily="34" charset="0"/>
                <a:ea typeface="Calibri" panose="020F0502020204030204" pitchFamily="34" charset="0"/>
              </a:rPr>
              <a:t> </a:t>
            </a:r>
          </a:p>
          <a:p>
            <a:r>
              <a:rPr lang="en-GB" sz="1800" dirty="0">
                <a:highlight>
                  <a:srgbClr val="FFFF00"/>
                </a:highlight>
                <a:latin typeface="Calibri" panose="020F0502020204030204" pitchFamily="34" charset="0"/>
                <a:ea typeface="Calibri" panose="020F0502020204030204" pitchFamily="34" charset="0"/>
              </a:rPr>
              <a:t>Decision to add an ecosystem example in Recognized Entities Rec. Annex B </a:t>
            </a:r>
            <a:r>
              <a:rPr lang="en-GB" sz="1800" dirty="0">
                <a:latin typeface="Calibri" panose="020F0502020204030204" pitchFamily="34" charset="0"/>
                <a:ea typeface="Calibri" panose="020F0502020204030204" pitchFamily="34" charset="0"/>
              </a:rPr>
              <a:t>for a DPP including verified CE marking credential : Who is the trust anchor ? EC GROW trusted list  </a:t>
            </a:r>
            <a:r>
              <a:rPr lang="en-GB" sz="1800" dirty="0">
                <a:latin typeface="Calibri" panose="020F0502020204030204" pitchFamily="34" charset="0"/>
                <a:ea typeface="Calibri" panose="020F0502020204030204" pitchFamily="34" charset="0"/>
                <a:hlinkClick r:id="rId3"/>
              </a:rPr>
              <a:t>https://webgate.ec.europa.eu/single-market-compliance-space/notified-bodies/notified-body-list?filter=notificationStatusId:1,legislationId:162960</a:t>
            </a:r>
            <a:endParaRPr lang="en-GB" sz="1800" dirty="0">
              <a:latin typeface="Calibri" panose="020F0502020204030204" pitchFamily="34" charset="0"/>
              <a:ea typeface="Calibri" panose="020F0502020204030204" pitchFamily="34" charset="0"/>
            </a:endParaRPr>
          </a:p>
          <a:p>
            <a:r>
              <a:rPr lang="en-GB" sz="1800" dirty="0">
                <a:latin typeface="Calibri" panose="020F0502020204030204" pitchFamily="34" charset="0"/>
                <a:ea typeface="Calibri" panose="020F0502020204030204" pitchFamily="34" charset="0"/>
              </a:rPr>
              <a:t>Note that there can be </a:t>
            </a:r>
            <a:r>
              <a:rPr lang="en-GB" sz="1800" dirty="0">
                <a:solidFill>
                  <a:srgbClr val="FF0000"/>
                </a:solidFill>
                <a:latin typeface="Calibri" panose="020F0502020204030204" pitchFamily="34" charset="0"/>
                <a:ea typeface="Calibri" panose="020F0502020204030204" pitchFamily="34" charset="0"/>
              </a:rPr>
              <a:t>many trust anchors</a:t>
            </a:r>
            <a:r>
              <a:rPr lang="en-GB" sz="1800" dirty="0">
                <a:latin typeface="Calibri" panose="020F0502020204030204" pitchFamily="34" charset="0"/>
                <a:ea typeface="Calibri" panose="020F0502020204030204" pitchFamily="34" charset="0"/>
              </a:rPr>
              <a:t>, not only one !! E.g. an international body of all notified bodies. </a:t>
            </a:r>
          </a:p>
          <a:p>
            <a:r>
              <a:rPr lang="en-GB" sz="1400" dirty="0"/>
              <a:t>CABs must be notified by the Member State authorities (the notifying authority) to the Commission. Notifying authorities are involved in the assessment, notification and monitoring of conformity assessment bodies that have been notified to the Commission, thereby becoming notified bodies. These exchange information on notified bodies with national authorities, the notifying authorities of other Member States and the Commission.</a:t>
            </a:r>
          </a:p>
          <a:p>
            <a:r>
              <a:rPr lang="en-GB" sz="1400" dirty="0" err="1"/>
              <a:t>BattReg</a:t>
            </a:r>
            <a:r>
              <a:rPr lang="en-GB" sz="1400" dirty="0"/>
              <a:t> : Conformity of sustainability, performance, safety, labelling and information requirements. It talks of a “conformity certificate”</a:t>
            </a:r>
          </a:p>
          <a:p>
            <a:r>
              <a:rPr lang="en-GB" sz="1400" dirty="0"/>
              <a:t>EU declaration of conformity (Article 18)</a:t>
            </a:r>
            <a:endParaRPr lang="en-GB" sz="1800" dirty="0">
              <a:latin typeface="Calibri" panose="020F0502020204030204" pitchFamily="34" charset="0"/>
              <a:ea typeface="Calibri" panose="020F0502020204030204" pitchFamily="34" charset="0"/>
            </a:endParaRPr>
          </a:p>
          <a:p>
            <a:endParaRPr lang="en-GB" sz="1800" dirty="0">
              <a:latin typeface="Calibri" panose="020F0502020204030204" pitchFamily="34" charset="0"/>
              <a:ea typeface="Calibri" panose="020F0502020204030204" pitchFamily="34" charset="0"/>
            </a:endParaRPr>
          </a:p>
          <a:p>
            <a:endParaRPr lang="en-GB" sz="1800" dirty="0">
              <a:latin typeface="Calibri" panose="020F0502020204030204" pitchFamily="34" charset="0"/>
              <a:ea typeface="Calibri" panose="020F0502020204030204" pitchFamily="34" charset="0"/>
            </a:endParaRPr>
          </a:p>
          <a:p>
            <a:endParaRPr lang="en-GB" sz="1800" dirty="0">
              <a:latin typeface="Calibri" panose="020F0502020204030204" pitchFamily="34" charset="0"/>
              <a:ea typeface="Calibri" panose="020F0502020204030204" pitchFamily="34" charset="0"/>
            </a:endParaRPr>
          </a:p>
          <a:p>
            <a:endParaRPr lang="en-GB" sz="1800" dirty="0">
              <a:effectLst/>
              <a:latin typeface="Calibri" panose="020F0502020204030204" pitchFamily="34" charset="0"/>
              <a:ea typeface="Calibri" panose="020F0502020204030204" pitchFamily="34" charset="0"/>
            </a:endParaRPr>
          </a:p>
          <a:p>
            <a:endParaRPr lang="en-GB" sz="1800" dirty="0">
              <a:effectLst/>
              <a:latin typeface="Calibri" panose="020F0502020204030204" pitchFamily="34" charset="0"/>
              <a:ea typeface="Calibri" panose="020F0502020204030204" pitchFamily="34" charset="0"/>
            </a:endParaRPr>
          </a:p>
        </p:txBody>
      </p:sp>
      <p:pic>
        <p:nvPicPr>
          <p:cNvPr id="6" name="Image 5">
            <a:extLst>
              <a:ext uri="{FF2B5EF4-FFF2-40B4-BE49-F238E27FC236}">
                <a16:creationId xmlns:a16="http://schemas.microsoft.com/office/drawing/2014/main" id="{885C9E27-310F-4439-9055-74CE6CE1B47E}"/>
              </a:ext>
            </a:extLst>
          </p:cNvPr>
          <p:cNvPicPr>
            <a:picLocks noChangeAspect="1"/>
          </p:cNvPicPr>
          <p:nvPr/>
        </p:nvPicPr>
        <p:blipFill>
          <a:blip r:embed="rId4"/>
          <a:stretch>
            <a:fillRect/>
          </a:stretch>
        </p:blipFill>
        <p:spPr>
          <a:xfrm>
            <a:off x="8591365" y="1351980"/>
            <a:ext cx="3600635" cy="5454930"/>
          </a:xfrm>
          <a:prstGeom prst="rect">
            <a:avLst/>
          </a:prstGeom>
        </p:spPr>
      </p:pic>
      <p:sp>
        <p:nvSpPr>
          <p:cNvPr id="7" name="ZoneTexte 6">
            <a:extLst>
              <a:ext uri="{FF2B5EF4-FFF2-40B4-BE49-F238E27FC236}">
                <a16:creationId xmlns:a16="http://schemas.microsoft.com/office/drawing/2014/main" id="{336D3F70-F10B-4CB0-9944-0C473B5D5FFE}"/>
              </a:ext>
            </a:extLst>
          </p:cNvPr>
          <p:cNvSpPr txBox="1"/>
          <p:nvPr/>
        </p:nvSpPr>
        <p:spPr>
          <a:xfrm>
            <a:off x="6663801" y="726971"/>
            <a:ext cx="3255886" cy="646331"/>
          </a:xfrm>
          <a:prstGeom prst="rect">
            <a:avLst/>
          </a:prstGeom>
          <a:noFill/>
        </p:spPr>
        <p:txBody>
          <a:bodyPr wrap="square">
            <a:spAutoFit/>
          </a:bodyPr>
          <a:lstStyle/>
          <a:p>
            <a:r>
              <a:rPr lang="en-GB" sz="1800" dirty="0">
                <a:highlight>
                  <a:srgbClr val="FFFF00"/>
                </a:highlight>
                <a:latin typeface="Calibri" panose="020F0502020204030204" pitchFamily="34" charset="0"/>
                <a:ea typeface="Calibri" panose="020F0502020204030204" pitchFamily="34" charset="0"/>
              </a:rPr>
              <a:t>ecosystem example in Recognized Entities Rec. Annex B </a:t>
            </a:r>
            <a:endParaRPr lang="en-GB" dirty="0"/>
          </a:p>
        </p:txBody>
      </p:sp>
      <p:sp>
        <p:nvSpPr>
          <p:cNvPr id="8" name="ZoneTexte 7">
            <a:extLst>
              <a:ext uri="{FF2B5EF4-FFF2-40B4-BE49-F238E27FC236}">
                <a16:creationId xmlns:a16="http://schemas.microsoft.com/office/drawing/2014/main" id="{5C78B6D6-0B34-4477-99B1-8DCB69CD02C2}"/>
              </a:ext>
            </a:extLst>
          </p:cNvPr>
          <p:cNvSpPr txBox="1"/>
          <p:nvPr/>
        </p:nvSpPr>
        <p:spPr>
          <a:xfrm>
            <a:off x="5647357" y="6306579"/>
            <a:ext cx="6097248" cy="430887"/>
          </a:xfrm>
          <a:prstGeom prst="rect">
            <a:avLst/>
          </a:prstGeom>
          <a:noFill/>
        </p:spPr>
        <p:txBody>
          <a:bodyPr wrap="square">
            <a:spAutoFit/>
          </a:bodyPr>
          <a:lstStyle/>
          <a:p>
            <a:r>
              <a:rPr lang="en-GB" sz="1100" dirty="0">
                <a:hlinkClick r:id="rId5"/>
              </a:rPr>
              <a:t>https://gs1.github.io/GS1DigitalLicenses/#gtin-key-credential</a:t>
            </a:r>
            <a:endParaRPr lang="en-GB" sz="1100" dirty="0"/>
          </a:p>
          <a:p>
            <a:endParaRPr lang="en-GB" sz="1100" dirty="0"/>
          </a:p>
        </p:txBody>
      </p:sp>
    </p:spTree>
    <p:extLst>
      <p:ext uri="{BB962C8B-B14F-4D97-AF65-F5344CB8AC3E}">
        <p14:creationId xmlns:p14="http://schemas.microsoft.com/office/powerpoint/2010/main" val="731655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186F4C-1885-4DE1-AD4A-6BE2AA312E3E}"/>
              </a:ext>
            </a:extLst>
          </p:cNvPr>
          <p:cNvSpPr>
            <a:spLocks noGrp="1"/>
          </p:cNvSpPr>
          <p:nvPr>
            <p:ph type="title"/>
          </p:nvPr>
        </p:nvSpPr>
        <p:spPr/>
        <p:txBody>
          <a:bodyPr/>
          <a:lstStyle/>
          <a:p>
            <a:r>
              <a:rPr lang="en-US" dirty="0"/>
              <a:t>Updates August 24 meeting</a:t>
            </a:r>
          </a:p>
        </p:txBody>
      </p:sp>
      <p:sp>
        <p:nvSpPr>
          <p:cNvPr id="7" name="ZoneTexte 6">
            <a:extLst>
              <a:ext uri="{FF2B5EF4-FFF2-40B4-BE49-F238E27FC236}">
                <a16:creationId xmlns:a16="http://schemas.microsoft.com/office/drawing/2014/main" id="{B094B768-0FD2-4DB4-9CDB-329FE47FBF09}"/>
              </a:ext>
            </a:extLst>
          </p:cNvPr>
          <p:cNvSpPr txBox="1"/>
          <p:nvPr/>
        </p:nvSpPr>
        <p:spPr>
          <a:xfrm>
            <a:off x="807868" y="1135801"/>
            <a:ext cx="11469949" cy="5416868"/>
          </a:xfrm>
          <a:prstGeom prst="rect">
            <a:avLst/>
          </a:prstGeom>
          <a:noFill/>
        </p:spPr>
        <p:txBody>
          <a:bodyPr wrap="square">
            <a:spAutoFit/>
          </a:bodyPr>
          <a:lstStyle/>
          <a:p>
            <a:r>
              <a:rPr lang="en-GB" sz="1600" dirty="0">
                <a:effectLst/>
                <a:latin typeface="Calibri" panose="020F0502020204030204" pitchFamily="34" charset="0"/>
                <a:ea typeface="Calibri" panose="020F0502020204030204" pitchFamily="34" charset="0"/>
              </a:rPr>
              <a:t> </a:t>
            </a:r>
          </a:p>
          <a:p>
            <a:r>
              <a:rPr lang="en-GB" sz="1600" dirty="0">
                <a:effectLst/>
                <a:latin typeface="Calibri" panose="020F0502020204030204" pitchFamily="34" charset="0"/>
                <a:ea typeface="Calibri" panose="020F0502020204030204" pitchFamily="34" charset="0"/>
              </a:rPr>
              <a:t>For the </a:t>
            </a:r>
            <a:r>
              <a:rPr lang="en-GB" sz="1600" b="1" dirty="0">
                <a:effectLst/>
                <a:latin typeface="Calibri" panose="020F0502020204030204" pitchFamily="34" charset="0"/>
                <a:ea typeface="Calibri" panose="020F0502020204030204" pitchFamily="34" charset="0"/>
              </a:rPr>
              <a:t>EU Batteries Regulation (EU) 2023/1542</a:t>
            </a:r>
            <a:r>
              <a:rPr lang="en-GB" sz="1600" dirty="0">
                <a:effectLst/>
                <a:latin typeface="Calibri" panose="020F0502020204030204" pitchFamily="34" charset="0"/>
                <a:ea typeface="Calibri" panose="020F0502020204030204" pitchFamily="34" charset="0"/>
              </a:rPr>
              <a:t>, there is a specific legal route to becoming a Notified Body, and the list in your link is the Commission's list for this legislation. </a:t>
            </a:r>
            <a:r>
              <a:rPr lang="en-GB" sz="1600" u="sng" dirty="0">
                <a:solidFill>
                  <a:srgbClr val="0000FF"/>
                </a:solidFill>
                <a:effectLst/>
                <a:latin typeface="Calibri" panose="020F0502020204030204" pitchFamily="34" charset="0"/>
                <a:ea typeface="Calibri" panose="020F0502020204030204" pitchFamily="34" charset="0"/>
                <a:hlinkClick r:id="rId2"/>
              </a:rPr>
              <a:t>EU Commission — Notified Body list for the Batteries Regulation</a:t>
            </a:r>
            <a:endParaRPr lang="en-GB" sz="1600" dirty="0">
              <a:effectLst/>
              <a:latin typeface="Calibri" panose="020F0502020204030204" pitchFamily="34" charset="0"/>
              <a:ea typeface="Calibri" panose="020F0502020204030204" pitchFamily="34" charset="0"/>
            </a:endParaRPr>
          </a:p>
          <a:p>
            <a:r>
              <a:rPr lang="en-GB" sz="1600" dirty="0">
                <a:effectLst/>
                <a:latin typeface="Calibri" panose="020F0502020204030204" pitchFamily="34" charset="0"/>
                <a:ea typeface="Calibri" panose="020F0502020204030204" pitchFamily="34" charset="0"/>
              </a:rPr>
              <a:t>The key provisions are </a:t>
            </a:r>
            <a:r>
              <a:rPr lang="en-GB" sz="1600" b="1" dirty="0">
                <a:effectLst/>
                <a:latin typeface="Calibri" panose="020F0502020204030204" pitchFamily="34" charset="0"/>
                <a:ea typeface="Calibri" panose="020F0502020204030204" pitchFamily="34" charset="0"/>
              </a:rPr>
              <a:t>Articles 21–30 and Annex VIII of Regulation (EU) 2023/1542</a:t>
            </a:r>
            <a:r>
              <a:rPr lang="en-GB" sz="1600" dirty="0">
                <a:effectLst/>
                <a:latin typeface="Calibri" panose="020F0502020204030204" pitchFamily="34" charset="0"/>
                <a:ea typeface="Calibri" panose="020F0502020204030204" pitchFamily="34" charset="0"/>
              </a:rPr>
              <a:t>. (</a:t>
            </a:r>
            <a:r>
              <a:rPr lang="en-GB" sz="1600" u="sng" dirty="0">
                <a:solidFill>
                  <a:srgbClr val="0000FF"/>
                </a:solidFill>
                <a:effectLst/>
                <a:latin typeface="Calibri" panose="020F0502020204030204" pitchFamily="34" charset="0"/>
                <a:ea typeface="Calibri" panose="020F0502020204030204" pitchFamily="34" charset="0"/>
                <a:hlinkClick r:id="rId3" tooltip="Regulation - 2023/1542 - EN - EUR-Lex"/>
              </a:rPr>
              <a:t>EUR-Lex</a:t>
            </a:r>
            <a:r>
              <a:rPr lang="en-GB" sz="1600" dirty="0">
                <a:effectLst/>
                <a:latin typeface="Calibri" panose="020F0502020204030204" pitchFamily="34" charset="0"/>
                <a:ea typeface="Calibri" panose="020F0502020204030204" pitchFamily="34" charset="0"/>
              </a:rPr>
              <a:t>)</a:t>
            </a:r>
          </a:p>
          <a:p>
            <a:r>
              <a:rPr lang="en-GB" sz="1600" b="1" dirty="0">
                <a:effectLst/>
                <a:latin typeface="Calibri" panose="020F0502020204030204" pitchFamily="34" charset="0"/>
              </a:rPr>
              <a:t>1. You apply to the notifying authority in the EU Member State where your conformity-assessment body is established.</a:t>
            </a:r>
          </a:p>
          <a:p>
            <a:r>
              <a:rPr lang="en-GB" sz="1600" dirty="0">
                <a:effectLst/>
                <a:latin typeface="Calibri" panose="020F0502020204030204" pitchFamily="34" charset="0"/>
                <a:ea typeface="Calibri" panose="020F0502020204030204" pitchFamily="34" charset="0"/>
              </a:rPr>
              <a:t>Article 28(1) expressly says:</a:t>
            </a:r>
          </a:p>
          <a:p>
            <a:r>
              <a:rPr lang="en-GB" sz="1600" dirty="0">
                <a:effectLst/>
                <a:latin typeface="Calibri" panose="020F0502020204030204" pitchFamily="34" charset="0"/>
                <a:ea typeface="Calibri" panose="020F0502020204030204" pitchFamily="34" charset="0"/>
              </a:rPr>
              <a:t>the conformity assessment body submits its application to the notifying authority of the Member State in which it is established. (</a:t>
            </a:r>
            <a:r>
              <a:rPr lang="en-GB" sz="1600" u="sng" dirty="0">
                <a:solidFill>
                  <a:srgbClr val="0000FF"/>
                </a:solidFill>
                <a:effectLst/>
                <a:latin typeface="Calibri" panose="020F0502020204030204" pitchFamily="34" charset="0"/>
                <a:ea typeface="Calibri" panose="020F0502020204030204" pitchFamily="34" charset="0"/>
                <a:hlinkClick r:id="rId4" tooltip="Regulation - 2023/1542 - EN - Batteries Regulation - EUR-Lex"/>
              </a:rPr>
              <a:t>EUR-Lex</a:t>
            </a:r>
            <a:r>
              <a:rPr lang="en-GB" sz="1600" dirty="0">
                <a:effectLst/>
                <a:latin typeface="Calibri" panose="020F0502020204030204" pitchFamily="34" charset="0"/>
                <a:ea typeface="Calibri" panose="020F0502020204030204" pitchFamily="34" charset="0"/>
              </a:rPr>
              <a:t>)</a:t>
            </a:r>
          </a:p>
          <a:p>
            <a:r>
              <a:rPr lang="en-GB" sz="1600" dirty="0">
                <a:effectLst/>
                <a:latin typeface="Calibri" panose="020F0502020204030204" pitchFamily="34" charset="0"/>
                <a:ea typeface="Calibri" panose="020F0502020204030204" pitchFamily="34" charset="0"/>
              </a:rPr>
              <a:t>The Member State has responsibility for assessing and notifying the organisation.</a:t>
            </a:r>
          </a:p>
          <a:p>
            <a:r>
              <a:rPr lang="en-GB" sz="1600" b="1" dirty="0">
                <a:effectLst/>
                <a:latin typeface="Calibri" panose="020F0502020204030204" pitchFamily="34" charset="0"/>
              </a:rPr>
              <a:t>2. The notifying authority submits the notification to the Commission</a:t>
            </a:r>
            <a:endParaRPr lang="en-GB" sz="4400" b="1" dirty="0">
              <a:effectLst/>
              <a:latin typeface="Calibri" panose="020F0502020204030204" pitchFamily="34" charset="0"/>
            </a:endParaRPr>
          </a:p>
          <a:p>
            <a:r>
              <a:rPr lang="en-GB" sz="1600" dirty="0">
                <a:effectLst/>
                <a:latin typeface="Calibri" panose="020F0502020204030204" pitchFamily="34" charset="0"/>
                <a:ea typeface="Calibri" panose="020F0502020204030204" pitchFamily="34" charset="0"/>
              </a:rPr>
              <a:t>Once the national authority is satisfied it submits the notification electronically to the European Commission and the other Member States.</a:t>
            </a:r>
          </a:p>
          <a:p>
            <a:r>
              <a:rPr lang="en-GB" sz="1600" b="1" dirty="0">
                <a:effectLst/>
                <a:latin typeface="Calibri" panose="020F0502020204030204" pitchFamily="34" charset="0"/>
                <a:ea typeface="Calibri" panose="020F0502020204030204" pitchFamily="34" charset="0"/>
              </a:rPr>
              <a:t>3. The Commission gives you your Notified Body number</a:t>
            </a:r>
            <a:endParaRPr lang="en-GB" sz="1600" dirty="0">
              <a:effectLst/>
              <a:latin typeface="Calibri" panose="020F0502020204030204" pitchFamily="34" charset="0"/>
              <a:ea typeface="Calibri" panose="020F0502020204030204" pitchFamily="34" charset="0"/>
            </a:endParaRPr>
          </a:p>
          <a:p>
            <a:r>
              <a:rPr lang="en-GB" sz="1600" dirty="0">
                <a:effectLst/>
                <a:latin typeface="Calibri" panose="020F0502020204030204" pitchFamily="34" charset="0"/>
                <a:ea typeface="Calibri" panose="020F0502020204030204" pitchFamily="34" charset="0"/>
              </a:rPr>
              <a:t>Once the notification is effective, the Commission assigns an identification number. Then the Commission adds the new notified body to the public list of bodies notified under the Batteries Regulation here: </a:t>
            </a:r>
            <a:r>
              <a:rPr lang="en-GB" sz="1600" u="sng" dirty="0">
                <a:solidFill>
                  <a:srgbClr val="0000FF"/>
                </a:solidFill>
                <a:effectLst/>
                <a:latin typeface="Calibri" panose="020F0502020204030204" pitchFamily="34" charset="0"/>
                <a:ea typeface="Calibri" panose="020F0502020204030204" pitchFamily="34" charset="0"/>
                <a:hlinkClick r:id="rId2"/>
              </a:rPr>
              <a:t>EU Commission — Notified Body list for the Batteries Regulation</a:t>
            </a:r>
            <a:endParaRPr lang="en-GB" sz="1600" dirty="0">
              <a:effectLst/>
              <a:latin typeface="Calibri" panose="020F0502020204030204" pitchFamily="34" charset="0"/>
              <a:ea typeface="Calibri" panose="020F0502020204030204" pitchFamily="34" charset="0"/>
            </a:endParaRPr>
          </a:p>
          <a:p>
            <a:r>
              <a:rPr lang="en-GB" sz="1600" dirty="0">
                <a:effectLst/>
                <a:latin typeface="Calibri" panose="020F0502020204030204" pitchFamily="34" charset="0"/>
                <a:ea typeface="Calibri" panose="020F0502020204030204" pitchFamily="34" charset="0"/>
              </a:rPr>
              <a:t> including: </a:t>
            </a:r>
            <a:r>
              <a:rPr lang="en-GB" sz="1600" dirty="0">
                <a:effectLst/>
              </a:rPr>
              <a:t>the identification number; the conformity-assessment activities for which the body is notified.</a:t>
            </a:r>
          </a:p>
          <a:p>
            <a:pPr marL="342900" lvl="0" indent="-342900">
              <a:buSzPts val="1000"/>
              <a:buFont typeface="Symbol" panose="05050102010706020507" pitchFamily="18" charset="2"/>
              <a:buChar char=""/>
              <a:tabLst>
                <a:tab pos="457200" algn="l"/>
              </a:tabLst>
            </a:pPr>
            <a:endParaRPr lang="en-GB" sz="1600" dirty="0"/>
          </a:p>
          <a:p>
            <a:pPr marL="342900" lvl="0" indent="-342900">
              <a:buSzPts val="1000"/>
              <a:buFont typeface="Symbol" panose="05050102010706020507" pitchFamily="18" charset="2"/>
              <a:buChar char=""/>
              <a:tabLst>
                <a:tab pos="457200" algn="l"/>
              </a:tabLst>
            </a:pPr>
            <a:r>
              <a:rPr lang="en-GB" sz="1800" dirty="0">
                <a:effectLst/>
                <a:latin typeface="Arial" panose="020B0604020202020204" pitchFamily="34" charset="0"/>
                <a:ea typeface="Calibri" panose="020F0502020204030204" pitchFamily="34" charset="0"/>
              </a:rPr>
              <a:t>The Declaration of Conformity itself is issued under the sole responsibility of the economic actor (see </a:t>
            </a:r>
            <a:r>
              <a:rPr lang="en-GB" sz="1800" u="sng" dirty="0">
                <a:solidFill>
                  <a:srgbClr val="0000FF"/>
                </a:solidFill>
                <a:effectLst/>
                <a:latin typeface="Arial" panose="020B0604020202020204" pitchFamily="34" charset="0"/>
                <a:ea typeface="Calibri" panose="020F0502020204030204" pitchFamily="34" charset="0"/>
                <a:hlinkClick r:id="rId5"/>
              </a:rPr>
              <a:t>https://eur-lex.europa.eu/eli/reg/2023/1542/oj/eng#anx_IX</a:t>
            </a:r>
            <a:r>
              <a:rPr lang="en-GB" sz="1800" dirty="0">
                <a:effectLst/>
                <a:latin typeface="Arial" panose="020B0604020202020204" pitchFamily="34" charset="0"/>
                <a:ea typeface="Calibri" panose="020F0502020204030204" pitchFamily="34" charset="0"/>
              </a:rPr>
              <a:t> (3) )</a:t>
            </a:r>
            <a:r>
              <a:rPr lang="en-GB" sz="1800" dirty="0">
                <a:effectLst/>
                <a:latin typeface="Calibri" panose="020F0502020204030204" pitchFamily="34" charset="0"/>
                <a:ea typeface="Calibri" panose="020F0502020204030204" pitchFamily="34" charset="0"/>
              </a:rPr>
              <a:t> </a:t>
            </a:r>
            <a:br>
              <a:rPr lang="en-GB" sz="1800" dirty="0">
                <a:effectLst/>
                <a:latin typeface="Calibri" panose="020F0502020204030204" pitchFamily="34" charset="0"/>
                <a:ea typeface="Calibri" panose="020F0502020204030204" pitchFamily="34" charset="0"/>
              </a:rPr>
            </a:br>
            <a:r>
              <a:rPr lang="en-GB" sz="1800" dirty="0">
                <a:effectLst/>
                <a:latin typeface="Arial" panose="020B0604020202020204" pitchFamily="34" charset="0"/>
                <a:ea typeface="Calibri" panose="020F0502020204030204" pitchFamily="34" charset="0"/>
              </a:rPr>
              <a:t>The Notified Body merely issues the Conformity Certificates (e.g. EU Type Examination Certificate) or Approval Decisions (e.g. Quality System Approval) that are referenced in the Declaration of Conformity.</a:t>
            </a:r>
            <a:r>
              <a:rPr lang="en-GB" sz="1800" dirty="0">
                <a:effectLst/>
                <a:latin typeface="Calibri" panose="020F0502020204030204" pitchFamily="34" charset="0"/>
                <a:ea typeface="Calibri" panose="020F0502020204030204" pitchFamily="34" charset="0"/>
              </a:rPr>
              <a:t> </a:t>
            </a:r>
            <a:endParaRPr lang="en-GB" sz="1600" dirty="0">
              <a:effectLst/>
            </a:endParaRPr>
          </a:p>
        </p:txBody>
      </p:sp>
    </p:spTree>
    <p:extLst>
      <p:ext uri="{BB962C8B-B14F-4D97-AF65-F5344CB8AC3E}">
        <p14:creationId xmlns:p14="http://schemas.microsoft.com/office/powerpoint/2010/main" val="1409944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63B9AA-60C8-4238-AE3A-223E2392F649}"/>
              </a:ext>
            </a:extLst>
          </p:cNvPr>
          <p:cNvSpPr>
            <a:spLocks noGrp="1"/>
          </p:cNvSpPr>
          <p:nvPr>
            <p:ph type="title"/>
          </p:nvPr>
        </p:nvSpPr>
        <p:spPr>
          <a:xfrm>
            <a:off x="8546979" y="1655195"/>
            <a:ext cx="3074634" cy="840533"/>
          </a:xfrm>
        </p:spPr>
        <p:txBody>
          <a:bodyPr>
            <a:noAutofit/>
          </a:bodyPr>
          <a:lstStyle/>
          <a:p>
            <a:r>
              <a:rPr lang="en-US" sz="1400" dirty="0">
                <a:hlinkClick r:id="rId2"/>
              </a:rPr>
              <a:t>www.tic-council.org/</a:t>
            </a:r>
            <a:r>
              <a:rPr lang="en-US" sz="1400" dirty="0"/>
              <a:t> </a:t>
            </a:r>
            <a:r>
              <a:rPr lang="en-GB" sz="1400" dirty="0"/>
              <a:t>TIC Council currently represents over 100 international third-party testing, inspection, certification and verification organisations around the world.</a:t>
            </a:r>
            <a:endParaRPr lang="en-US" sz="1400" dirty="0"/>
          </a:p>
        </p:txBody>
      </p:sp>
      <p:sp>
        <p:nvSpPr>
          <p:cNvPr id="5" name="Rectangle 4">
            <a:extLst>
              <a:ext uri="{FF2B5EF4-FFF2-40B4-BE49-F238E27FC236}">
                <a16:creationId xmlns:a16="http://schemas.microsoft.com/office/drawing/2014/main" id="{D46C64B7-E44C-4A77-89B1-1F13A6EBB3EC}"/>
              </a:ext>
            </a:extLst>
          </p:cNvPr>
          <p:cNvSpPr/>
          <p:nvPr/>
        </p:nvSpPr>
        <p:spPr>
          <a:xfrm>
            <a:off x="985416" y="1502916"/>
            <a:ext cx="2060079" cy="486052"/>
          </a:xfrm>
          <a:prstGeom prst="rect">
            <a:avLst/>
          </a:prstGeom>
          <a:solidFill>
            <a:srgbClr val="005A9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European Commission </a:t>
            </a:r>
          </a:p>
          <a:p>
            <a:pPr algn="ctr"/>
            <a:r>
              <a:rPr lang="en-US" sz="1100" dirty="0"/>
              <a:t>(hypothetical trust anchor)</a:t>
            </a:r>
          </a:p>
        </p:txBody>
      </p:sp>
      <p:sp>
        <p:nvSpPr>
          <p:cNvPr id="6" name="Rectangle 5">
            <a:extLst>
              <a:ext uri="{FF2B5EF4-FFF2-40B4-BE49-F238E27FC236}">
                <a16:creationId xmlns:a16="http://schemas.microsoft.com/office/drawing/2014/main" id="{6337B14E-8DCD-4C50-A882-07A47678BD53}"/>
              </a:ext>
            </a:extLst>
          </p:cNvPr>
          <p:cNvSpPr/>
          <p:nvPr/>
        </p:nvSpPr>
        <p:spPr>
          <a:xfrm>
            <a:off x="879624" y="3032571"/>
            <a:ext cx="2262327" cy="486052"/>
          </a:xfrm>
          <a:prstGeom prst="rect">
            <a:avLst/>
          </a:prstGeom>
          <a:solidFill>
            <a:srgbClr val="005A9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Member state notifying authority</a:t>
            </a:r>
          </a:p>
          <a:p>
            <a:pPr algn="ctr"/>
            <a:r>
              <a:rPr lang="en-US" sz="1100" dirty="0"/>
              <a:t>(hypothetical trust anchor)</a:t>
            </a:r>
          </a:p>
        </p:txBody>
      </p:sp>
      <p:sp>
        <p:nvSpPr>
          <p:cNvPr id="7" name="Rectangle 6">
            <a:extLst>
              <a:ext uri="{FF2B5EF4-FFF2-40B4-BE49-F238E27FC236}">
                <a16:creationId xmlns:a16="http://schemas.microsoft.com/office/drawing/2014/main" id="{3B87A479-C7CE-48E3-805C-A94E3F04D626}"/>
              </a:ext>
            </a:extLst>
          </p:cNvPr>
          <p:cNvSpPr/>
          <p:nvPr/>
        </p:nvSpPr>
        <p:spPr>
          <a:xfrm>
            <a:off x="6066404" y="1743722"/>
            <a:ext cx="1472213" cy="743505"/>
          </a:xfrm>
          <a:prstGeom prst="rect">
            <a:avLst/>
          </a:prstGeom>
          <a:solidFill>
            <a:srgbClr val="005A9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TIC Council</a:t>
            </a:r>
          </a:p>
          <a:p>
            <a:pPr algn="ctr"/>
            <a:r>
              <a:rPr lang="en-US" sz="1100" dirty="0"/>
              <a:t>(hypothetical additional trust anchor)</a:t>
            </a:r>
          </a:p>
        </p:txBody>
      </p:sp>
      <p:sp>
        <p:nvSpPr>
          <p:cNvPr id="9" name="Rectangle 8">
            <a:extLst>
              <a:ext uri="{FF2B5EF4-FFF2-40B4-BE49-F238E27FC236}">
                <a16:creationId xmlns:a16="http://schemas.microsoft.com/office/drawing/2014/main" id="{A3C108FF-857C-4FE1-972F-1BB33EDCBC84}"/>
              </a:ext>
            </a:extLst>
          </p:cNvPr>
          <p:cNvSpPr/>
          <p:nvPr/>
        </p:nvSpPr>
        <p:spPr>
          <a:xfrm>
            <a:off x="570387" y="2276012"/>
            <a:ext cx="2880803" cy="486052"/>
          </a:xfrm>
          <a:prstGeom prst="rect">
            <a:avLst/>
          </a:prstGeom>
          <a:solidFill>
            <a:srgbClr val="A9A9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Type : </a:t>
            </a:r>
            <a:r>
              <a:rPr lang="en-US" sz="1100" dirty="0" err="1"/>
              <a:t>RecognizedEntityCredential</a:t>
            </a:r>
            <a:endParaRPr lang="en-US" sz="1100" dirty="0"/>
          </a:p>
          <a:p>
            <a:pPr algn="ctr"/>
            <a:r>
              <a:rPr lang="en-US" sz="1100" dirty="0"/>
              <a:t>Subject: </a:t>
            </a:r>
            <a:r>
              <a:rPr lang="en-US" sz="1100" dirty="0" err="1"/>
              <a:t>CountryA</a:t>
            </a:r>
            <a:r>
              <a:rPr lang="en-US" sz="1100" dirty="0"/>
              <a:t> notifying authority</a:t>
            </a:r>
          </a:p>
        </p:txBody>
      </p:sp>
      <p:cxnSp>
        <p:nvCxnSpPr>
          <p:cNvPr id="13" name="Connecteur droit avec flèche 12">
            <a:extLst>
              <a:ext uri="{FF2B5EF4-FFF2-40B4-BE49-F238E27FC236}">
                <a16:creationId xmlns:a16="http://schemas.microsoft.com/office/drawing/2014/main" id="{A202D9A8-9C63-40D0-9C04-2C16AEF901BB}"/>
              </a:ext>
            </a:extLst>
          </p:cNvPr>
          <p:cNvCxnSpPr>
            <a:cxnSpLocks/>
            <a:stCxn id="5" idx="2"/>
            <a:endCxn id="9" idx="0"/>
          </p:cNvCxnSpPr>
          <p:nvPr/>
        </p:nvCxnSpPr>
        <p:spPr>
          <a:xfrm flipH="1">
            <a:off x="2010789" y="1988968"/>
            <a:ext cx="4667" cy="287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ZoneTexte 14">
            <a:extLst>
              <a:ext uri="{FF2B5EF4-FFF2-40B4-BE49-F238E27FC236}">
                <a16:creationId xmlns:a16="http://schemas.microsoft.com/office/drawing/2014/main" id="{B85FFE4B-ACA8-4D75-A2FD-D51B3667FF0F}"/>
              </a:ext>
            </a:extLst>
          </p:cNvPr>
          <p:cNvSpPr txBox="1"/>
          <p:nvPr/>
        </p:nvSpPr>
        <p:spPr>
          <a:xfrm>
            <a:off x="2156531" y="1993694"/>
            <a:ext cx="821578" cy="261610"/>
          </a:xfrm>
          <a:prstGeom prst="rect">
            <a:avLst/>
          </a:prstGeom>
          <a:noFill/>
        </p:spPr>
        <p:txBody>
          <a:bodyPr wrap="square">
            <a:spAutoFit/>
          </a:bodyPr>
          <a:lstStyle/>
          <a:p>
            <a:r>
              <a:rPr lang="en-GB" sz="1100" dirty="0"/>
              <a:t>issues</a:t>
            </a:r>
          </a:p>
        </p:txBody>
      </p:sp>
      <p:cxnSp>
        <p:nvCxnSpPr>
          <p:cNvPr id="16" name="Connecteur droit avec flèche 15">
            <a:extLst>
              <a:ext uri="{FF2B5EF4-FFF2-40B4-BE49-F238E27FC236}">
                <a16:creationId xmlns:a16="http://schemas.microsoft.com/office/drawing/2014/main" id="{D1A8D922-1D91-45C3-BC0C-5155E517B328}"/>
              </a:ext>
            </a:extLst>
          </p:cNvPr>
          <p:cNvCxnSpPr/>
          <p:nvPr/>
        </p:nvCxnSpPr>
        <p:spPr>
          <a:xfrm>
            <a:off x="2010787" y="2764098"/>
            <a:ext cx="0"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ZoneTexte 16">
            <a:extLst>
              <a:ext uri="{FF2B5EF4-FFF2-40B4-BE49-F238E27FC236}">
                <a16:creationId xmlns:a16="http://schemas.microsoft.com/office/drawing/2014/main" id="{AB1FDE8B-74D9-4E65-B407-A72CE057BD76}"/>
              </a:ext>
            </a:extLst>
          </p:cNvPr>
          <p:cNvSpPr txBox="1"/>
          <p:nvPr/>
        </p:nvSpPr>
        <p:spPr>
          <a:xfrm>
            <a:off x="2144783" y="2770960"/>
            <a:ext cx="1048303" cy="261610"/>
          </a:xfrm>
          <a:prstGeom prst="rect">
            <a:avLst/>
          </a:prstGeom>
          <a:noFill/>
        </p:spPr>
        <p:txBody>
          <a:bodyPr wrap="square">
            <a:spAutoFit/>
          </a:bodyPr>
          <a:lstStyle/>
          <a:p>
            <a:r>
              <a:rPr lang="en-GB" sz="1100" dirty="0"/>
              <a:t>recognizes</a:t>
            </a:r>
          </a:p>
        </p:txBody>
      </p:sp>
      <p:sp>
        <p:nvSpPr>
          <p:cNvPr id="18" name="Rectangle 17">
            <a:extLst>
              <a:ext uri="{FF2B5EF4-FFF2-40B4-BE49-F238E27FC236}">
                <a16:creationId xmlns:a16="http://schemas.microsoft.com/office/drawing/2014/main" id="{C7E8E477-743A-46B9-9C46-02F8E427AAC8}"/>
              </a:ext>
            </a:extLst>
          </p:cNvPr>
          <p:cNvSpPr/>
          <p:nvPr/>
        </p:nvSpPr>
        <p:spPr>
          <a:xfrm>
            <a:off x="570387" y="3777093"/>
            <a:ext cx="2880803" cy="486052"/>
          </a:xfrm>
          <a:prstGeom prst="rect">
            <a:avLst/>
          </a:prstGeom>
          <a:solidFill>
            <a:srgbClr val="A9A9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Type : </a:t>
            </a:r>
            <a:r>
              <a:rPr lang="en-US" sz="1100" dirty="0" err="1"/>
              <a:t>RecognizedEntityCredential</a:t>
            </a:r>
            <a:endParaRPr lang="en-US" sz="1100" dirty="0"/>
          </a:p>
          <a:p>
            <a:pPr algn="ctr"/>
            <a:r>
              <a:rPr lang="en-US" sz="1100" dirty="0"/>
              <a:t>Subject: Accredited CAB</a:t>
            </a:r>
          </a:p>
        </p:txBody>
      </p:sp>
      <p:cxnSp>
        <p:nvCxnSpPr>
          <p:cNvPr id="19" name="Connecteur droit avec flèche 18">
            <a:extLst>
              <a:ext uri="{FF2B5EF4-FFF2-40B4-BE49-F238E27FC236}">
                <a16:creationId xmlns:a16="http://schemas.microsoft.com/office/drawing/2014/main" id="{73E42381-B7A9-4074-AEF4-785CF89AF0A1}"/>
              </a:ext>
            </a:extLst>
          </p:cNvPr>
          <p:cNvCxnSpPr>
            <a:cxnSpLocks/>
          </p:cNvCxnSpPr>
          <p:nvPr/>
        </p:nvCxnSpPr>
        <p:spPr>
          <a:xfrm>
            <a:off x="2010789" y="3518624"/>
            <a:ext cx="0"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ZoneTexte 19">
            <a:extLst>
              <a:ext uri="{FF2B5EF4-FFF2-40B4-BE49-F238E27FC236}">
                <a16:creationId xmlns:a16="http://schemas.microsoft.com/office/drawing/2014/main" id="{146567A7-809F-4851-B420-F9EC675AF0C6}"/>
              </a:ext>
            </a:extLst>
          </p:cNvPr>
          <p:cNvSpPr txBox="1"/>
          <p:nvPr/>
        </p:nvSpPr>
        <p:spPr>
          <a:xfrm>
            <a:off x="2156531" y="3494775"/>
            <a:ext cx="821578" cy="261610"/>
          </a:xfrm>
          <a:prstGeom prst="rect">
            <a:avLst/>
          </a:prstGeom>
          <a:noFill/>
        </p:spPr>
        <p:txBody>
          <a:bodyPr wrap="square">
            <a:spAutoFit/>
          </a:bodyPr>
          <a:lstStyle/>
          <a:p>
            <a:r>
              <a:rPr lang="en-GB" sz="1100" dirty="0"/>
              <a:t>issues</a:t>
            </a:r>
          </a:p>
        </p:txBody>
      </p:sp>
      <p:sp>
        <p:nvSpPr>
          <p:cNvPr id="21" name="Forme libre : forme 20">
            <a:extLst>
              <a:ext uri="{FF2B5EF4-FFF2-40B4-BE49-F238E27FC236}">
                <a16:creationId xmlns:a16="http://schemas.microsoft.com/office/drawing/2014/main" id="{74AAB0F3-C6F7-419E-89C9-CD2CBDF6B379}"/>
              </a:ext>
            </a:extLst>
          </p:cNvPr>
          <p:cNvSpPr/>
          <p:nvPr/>
        </p:nvSpPr>
        <p:spPr>
          <a:xfrm>
            <a:off x="3444532" y="2663301"/>
            <a:ext cx="523840" cy="1439647"/>
          </a:xfrm>
          <a:custGeom>
            <a:avLst/>
            <a:gdLst>
              <a:gd name="connsiteX0" fmla="*/ 0 w 523840"/>
              <a:gd name="connsiteY0" fmla="*/ 1846555 h 1846555"/>
              <a:gd name="connsiteX1" fmla="*/ 523782 w 523840"/>
              <a:gd name="connsiteY1" fmla="*/ 692458 h 1846555"/>
              <a:gd name="connsiteX2" fmla="*/ 26633 w 523840"/>
              <a:gd name="connsiteY2" fmla="*/ 0 h 1846555"/>
            </a:gdLst>
            <a:ahLst/>
            <a:cxnLst>
              <a:cxn ang="0">
                <a:pos x="connsiteX0" y="connsiteY0"/>
              </a:cxn>
              <a:cxn ang="0">
                <a:pos x="connsiteX1" y="connsiteY1"/>
              </a:cxn>
              <a:cxn ang="0">
                <a:pos x="connsiteX2" y="connsiteY2"/>
              </a:cxn>
            </a:cxnLst>
            <a:rect l="l" t="t" r="r" b="b"/>
            <a:pathLst>
              <a:path w="523840" h="1846555">
                <a:moveTo>
                  <a:pt x="0" y="1846555"/>
                </a:moveTo>
                <a:cubicBezTo>
                  <a:pt x="259671" y="1423386"/>
                  <a:pt x="519343" y="1000217"/>
                  <a:pt x="523782" y="692458"/>
                </a:cubicBezTo>
                <a:cubicBezTo>
                  <a:pt x="528221" y="384699"/>
                  <a:pt x="277427" y="192349"/>
                  <a:pt x="26633" y="0"/>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ZoneTexte 21">
            <a:extLst>
              <a:ext uri="{FF2B5EF4-FFF2-40B4-BE49-F238E27FC236}">
                <a16:creationId xmlns:a16="http://schemas.microsoft.com/office/drawing/2014/main" id="{F9A17444-F74F-4475-BFD7-E12DB0DF0665}"/>
              </a:ext>
            </a:extLst>
          </p:cNvPr>
          <p:cNvSpPr txBox="1"/>
          <p:nvPr/>
        </p:nvSpPr>
        <p:spPr>
          <a:xfrm>
            <a:off x="3458371" y="2823639"/>
            <a:ext cx="1533640" cy="261610"/>
          </a:xfrm>
          <a:prstGeom prst="rect">
            <a:avLst/>
          </a:prstGeom>
          <a:solidFill>
            <a:schemeClr val="bg2"/>
          </a:solidFill>
        </p:spPr>
        <p:txBody>
          <a:bodyPr wrap="square">
            <a:spAutoFit/>
          </a:bodyPr>
          <a:lstStyle/>
          <a:p>
            <a:r>
              <a:rPr lang="en-GB" sz="1100" dirty="0" err="1"/>
              <a:t>issuer:recognizedIn</a:t>
            </a:r>
            <a:endParaRPr lang="en-GB" sz="1100" dirty="0"/>
          </a:p>
        </p:txBody>
      </p:sp>
      <p:sp>
        <p:nvSpPr>
          <p:cNvPr id="23" name="Rectangle 22">
            <a:extLst>
              <a:ext uri="{FF2B5EF4-FFF2-40B4-BE49-F238E27FC236}">
                <a16:creationId xmlns:a16="http://schemas.microsoft.com/office/drawing/2014/main" id="{C5D66E53-3872-4A0C-A021-8F39E7BFB7C7}"/>
              </a:ext>
            </a:extLst>
          </p:cNvPr>
          <p:cNvSpPr/>
          <p:nvPr/>
        </p:nvSpPr>
        <p:spPr>
          <a:xfrm>
            <a:off x="889149" y="4530960"/>
            <a:ext cx="2176506" cy="440479"/>
          </a:xfrm>
          <a:prstGeom prst="rect">
            <a:avLst/>
          </a:prstGeom>
          <a:solidFill>
            <a:srgbClr val="E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Conformity Assessment Body (i.e. the notified body, e.g. </a:t>
            </a:r>
            <a:r>
              <a:rPr lang="en-US" sz="1100" dirty="0" err="1">
                <a:solidFill>
                  <a:schemeClr val="tx1"/>
                </a:solidFill>
              </a:rPr>
              <a:t>TüV</a:t>
            </a:r>
            <a:r>
              <a:rPr lang="en-US" sz="1100" dirty="0">
                <a:solidFill>
                  <a:schemeClr val="tx1"/>
                </a:solidFill>
              </a:rPr>
              <a:t>)</a:t>
            </a:r>
          </a:p>
        </p:txBody>
      </p:sp>
      <p:cxnSp>
        <p:nvCxnSpPr>
          <p:cNvPr id="24" name="Connecteur droit avec flèche 23">
            <a:extLst>
              <a:ext uri="{FF2B5EF4-FFF2-40B4-BE49-F238E27FC236}">
                <a16:creationId xmlns:a16="http://schemas.microsoft.com/office/drawing/2014/main" id="{20A53328-1239-4262-8447-DF604A02D1F0}"/>
              </a:ext>
            </a:extLst>
          </p:cNvPr>
          <p:cNvCxnSpPr/>
          <p:nvPr/>
        </p:nvCxnSpPr>
        <p:spPr>
          <a:xfrm>
            <a:off x="1984618" y="4245753"/>
            <a:ext cx="0"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CD4F27DA-6775-4A8D-B382-84747136B234}"/>
              </a:ext>
            </a:extLst>
          </p:cNvPr>
          <p:cNvSpPr txBox="1"/>
          <p:nvPr/>
        </p:nvSpPr>
        <p:spPr>
          <a:xfrm>
            <a:off x="2130359" y="4298104"/>
            <a:ext cx="1048303" cy="261610"/>
          </a:xfrm>
          <a:prstGeom prst="rect">
            <a:avLst/>
          </a:prstGeom>
          <a:noFill/>
        </p:spPr>
        <p:txBody>
          <a:bodyPr wrap="square">
            <a:spAutoFit/>
          </a:bodyPr>
          <a:lstStyle/>
          <a:p>
            <a:r>
              <a:rPr lang="en-GB" sz="1100" dirty="0"/>
              <a:t>recognizes</a:t>
            </a:r>
          </a:p>
        </p:txBody>
      </p:sp>
      <p:sp>
        <p:nvSpPr>
          <p:cNvPr id="26" name="Rectangle 25">
            <a:extLst>
              <a:ext uri="{FF2B5EF4-FFF2-40B4-BE49-F238E27FC236}">
                <a16:creationId xmlns:a16="http://schemas.microsoft.com/office/drawing/2014/main" id="{39220EFE-626B-4435-B0D8-BAE05E1EB07E}"/>
              </a:ext>
            </a:extLst>
          </p:cNvPr>
          <p:cNvSpPr/>
          <p:nvPr/>
        </p:nvSpPr>
        <p:spPr>
          <a:xfrm>
            <a:off x="610060" y="5273751"/>
            <a:ext cx="2880803" cy="486052"/>
          </a:xfrm>
          <a:prstGeom prst="rect">
            <a:avLst/>
          </a:prstGeom>
          <a:solidFill>
            <a:srgbClr val="008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Type : </a:t>
            </a:r>
            <a:r>
              <a:rPr lang="en-US" sz="1100" dirty="0" err="1"/>
              <a:t>untp:DigitalConformityCredential</a:t>
            </a:r>
            <a:endParaRPr lang="en-US" sz="1100" dirty="0"/>
          </a:p>
          <a:p>
            <a:pPr algn="ctr"/>
            <a:r>
              <a:rPr lang="en-US" sz="1100" dirty="0"/>
              <a:t>Subject: EU Conformity Certificate</a:t>
            </a:r>
          </a:p>
        </p:txBody>
      </p:sp>
      <p:cxnSp>
        <p:nvCxnSpPr>
          <p:cNvPr id="27" name="Connecteur droit avec flèche 26">
            <a:extLst>
              <a:ext uri="{FF2B5EF4-FFF2-40B4-BE49-F238E27FC236}">
                <a16:creationId xmlns:a16="http://schemas.microsoft.com/office/drawing/2014/main" id="{163F6336-701A-4235-8FC4-D4B855EFF52C}"/>
              </a:ext>
            </a:extLst>
          </p:cNvPr>
          <p:cNvCxnSpPr>
            <a:cxnSpLocks/>
          </p:cNvCxnSpPr>
          <p:nvPr/>
        </p:nvCxnSpPr>
        <p:spPr>
          <a:xfrm>
            <a:off x="1984618" y="4977711"/>
            <a:ext cx="0"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A31BFA30-86B7-4B5C-8696-4BAF19A34021}"/>
              </a:ext>
            </a:extLst>
          </p:cNvPr>
          <p:cNvSpPr txBox="1"/>
          <p:nvPr/>
        </p:nvSpPr>
        <p:spPr>
          <a:xfrm>
            <a:off x="2114543" y="4972906"/>
            <a:ext cx="821578" cy="261610"/>
          </a:xfrm>
          <a:prstGeom prst="rect">
            <a:avLst/>
          </a:prstGeom>
          <a:noFill/>
        </p:spPr>
        <p:txBody>
          <a:bodyPr wrap="square">
            <a:spAutoFit/>
          </a:bodyPr>
          <a:lstStyle/>
          <a:p>
            <a:r>
              <a:rPr lang="en-GB" sz="1100" dirty="0"/>
              <a:t>issues</a:t>
            </a:r>
          </a:p>
        </p:txBody>
      </p:sp>
      <p:sp>
        <p:nvSpPr>
          <p:cNvPr id="29" name="Rectangle 28">
            <a:extLst>
              <a:ext uri="{FF2B5EF4-FFF2-40B4-BE49-F238E27FC236}">
                <a16:creationId xmlns:a16="http://schemas.microsoft.com/office/drawing/2014/main" id="{D0AD5C71-5F13-4C73-A62B-E64BD7DF8CE2}"/>
              </a:ext>
            </a:extLst>
          </p:cNvPr>
          <p:cNvSpPr/>
          <p:nvPr/>
        </p:nvSpPr>
        <p:spPr>
          <a:xfrm>
            <a:off x="5410250" y="2897072"/>
            <a:ext cx="2880803" cy="486052"/>
          </a:xfrm>
          <a:prstGeom prst="rect">
            <a:avLst/>
          </a:prstGeom>
          <a:solidFill>
            <a:srgbClr val="A9A9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Type : </a:t>
            </a:r>
            <a:r>
              <a:rPr lang="en-US" sz="1100" dirty="0" err="1"/>
              <a:t>RecognizedEntityCredential</a:t>
            </a:r>
            <a:endParaRPr lang="en-US" sz="1100" dirty="0"/>
          </a:p>
          <a:p>
            <a:pPr algn="ctr"/>
            <a:r>
              <a:rPr lang="en-US" sz="1100" dirty="0"/>
              <a:t>Subject: Registered CAB</a:t>
            </a:r>
          </a:p>
        </p:txBody>
      </p:sp>
      <p:cxnSp>
        <p:nvCxnSpPr>
          <p:cNvPr id="30" name="Connecteur droit avec flèche 29">
            <a:extLst>
              <a:ext uri="{FF2B5EF4-FFF2-40B4-BE49-F238E27FC236}">
                <a16:creationId xmlns:a16="http://schemas.microsoft.com/office/drawing/2014/main" id="{62395031-4937-43D5-B968-BB1163726374}"/>
              </a:ext>
            </a:extLst>
          </p:cNvPr>
          <p:cNvCxnSpPr>
            <a:endCxn id="29" idx="0"/>
          </p:cNvCxnSpPr>
          <p:nvPr/>
        </p:nvCxnSpPr>
        <p:spPr>
          <a:xfrm>
            <a:off x="6850652" y="2495728"/>
            <a:ext cx="0" cy="401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648AF6EC-6702-4D56-8882-D9C01A9E5784}"/>
              </a:ext>
            </a:extLst>
          </p:cNvPr>
          <p:cNvSpPr txBox="1"/>
          <p:nvPr/>
        </p:nvSpPr>
        <p:spPr>
          <a:xfrm>
            <a:off x="6996394" y="2614754"/>
            <a:ext cx="821578" cy="261610"/>
          </a:xfrm>
          <a:prstGeom prst="rect">
            <a:avLst/>
          </a:prstGeom>
          <a:noFill/>
        </p:spPr>
        <p:txBody>
          <a:bodyPr wrap="square">
            <a:spAutoFit/>
          </a:bodyPr>
          <a:lstStyle/>
          <a:p>
            <a:r>
              <a:rPr lang="en-GB" sz="1100" dirty="0"/>
              <a:t>issues</a:t>
            </a:r>
          </a:p>
        </p:txBody>
      </p:sp>
      <p:cxnSp>
        <p:nvCxnSpPr>
          <p:cNvPr id="33" name="Connecteur droit avec flèche 32">
            <a:extLst>
              <a:ext uri="{FF2B5EF4-FFF2-40B4-BE49-F238E27FC236}">
                <a16:creationId xmlns:a16="http://schemas.microsoft.com/office/drawing/2014/main" id="{0AEBD12B-2811-4668-8C39-5E8FE23C12EF}"/>
              </a:ext>
            </a:extLst>
          </p:cNvPr>
          <p:cNvCxnSpPr>
            <a:cxnSpLocks/>
            <a:stCxn id="29" idx="2"/>
            <a:endCxn id="23" idx="3"/>
          </p:cNvCxnSpPr>
          <p:nvPr/>
        </p:nvCxnSpPr>
        <p:spPr>
          <a:xfrm flipH="1">
            <a:off x="3065655" y="3383124"/>
            <a:ext cx="3784997" cy="13680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ZoneTexte 33">
            <a:extLst>
              <a:ext uri="{FF2B5EF4-FFF2-40B4-BE49-F238E27FC236}">
                <a16:creationId xmlns:a16="http://schemas.microsoft.com/office/drawing/2014/main" id="{59BE9338-2320-42C0-8C9A-BECF2D76F4F6}"/>
              </a:ext>
            </a:extLst>
          </p:cNvPr>
          <p:cNvSpPr txBox="1"/>
          <p:nvPr/>
        </p:nvSpPr>
        <p:spPr>
          <a:xfrm rot="20572155">
            <a:off x="4305204" y="3999287"/>
            <a:ext cx="864000" cy="261610"/>
          </a:xfrm>
          <a:prstGeom prst="rect">
            <a:avLst/>
          </a:prstGeom>
          <a:solidFill>
            <a:schemeClr val="bg2"/>
          </a:solidFill>
        </p:spPr>
        <p:txBody>
          <a:bodyPr wrap="square">
            <a:spAutoFit/>
          </a:bodyPr>
          <a:lstStyle/>
          <a:p>
            <a:r>
              <a:rPr lang="en-GB" sz="1100" dirty="0"/>
              <a:t>recognizes</a:t>
            </a:r>
          </a:p>
        </p:txBody>
      </p:sp>
      <p:sp>
        <p:nvSpPr>
          <p:cNvPr id="37" name="Rectangle 36">
            <a:extLst>
              <a:ext uri="{FF2B5EF4-FFF2-40B4-BE49-F238E27FC236}">
                <a16:creationId xmlns:a16="http://schemas.microsoft.com/office/drawing/2014/main" id="{AC4E3283-6039-48B4-827C-428F4B0E2A81}"/>
              </a:ext>
            </a:extLst>
          </p:cNvPr>
          <p:cNvSpPr/>
          <p:nvPr/>
        </p:nvSpPr>
        <p:spPr>
          <a:xfrm>
            <a:off x="5117681" y="5116371"/>
            <a:ext cx="2176506" cy="440479"/>
          </a:xfrm>
          <a:prstGeom prst="rect">
            <a:avLst/>
          </a:prstGeom>
          <a:solidFill>
            <a:srgbClr val="E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Battery Manufacturer</a:t>
            </a:r>
          </a:p>
        </p:txBody>
      </p:sp>
      <p:cxnSp>
        <p:nvCxnSpPr>
          <p:cNvPr id="40" name="Connecteur droit avec flèche 39">
            <a:extLst>
              <a:ext uri="{FF2B5EF4-FFF2-40B4-BE49-F238E27FC236}">
                <a16:creationId xmlns:a16="http://schemas.microsoft.com/office/drawing/2014/main" id="{C731F420-6544-4B01-99D5-ADD40AC3BD48}"/>
              </a:ext>
            </a:extLst>
          </p:cNvPr>
          <p:cNvCxnSpPr>
            <a:cxnSpLocks/>
          </p:cNvCxnSpPr>
          <p:nvPr/>
        </p:nvCxnSpPr>
        <p:spPr>
          <a:xfrm>
            <a:off x="6208040" y="5561655"/>
            <a:ext cx="0"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ZoneTexte 40">
            <a:extLst>
              <a:ext uri="{FF2B5EF4-FFF2-40B4-BE49-F238E27FC236}">
                <a16:creationId xmlns:a16="http://schemas.microsoft.com/office/drawing/2014/main" id="{AC647A55-2C62-40B0-A711-2E6C87408A4E}"/>
              </a:ext>
            </a:extLst>
          </p:cNvPr>
          <p:cNvSpPr txBox="1"/>
          <p:nvPr/>
        </p:nvSpPr>
        <p:spPr>
          <a:xfrm>
            <a:off x="6337965" y="5556850"/>
            <a:ext cx="821578" cy="261610"/>
          </a:xfrm>
          <a:prstGeom prst="rect">
            <a:avLst/>
          </a:prstGeom>
          <a:noFill/>
        </p:spPr>
        <p:txBody>
          <a:bodyPr wrap="square">
            <a:spAutoFit/>
          </a:bodyPr>
          <a:lstStyle/>
          <a:p>
            <a:r>
              <a:rPr lang="en-GB" sz="1100" dirty="0"/>
              <a:t>issues</a:t>
            </a:r>
          </a:p>
        </p:txBody>
      </p:sp>
      <p:sp>
        <p:nvSpPr>
          <p:cNvPr id="42" name="Rectangle 41">
            <a:extLst>
              <a:ext uri="{FF2B5EF4-FFF2-40B4-BE49-F238E27FC236}">
                <a16:creationId xmlns:a16="http://schemas.microsoft.com/office/drawing/2014/main" id="{D2EC9327-E14B-45D8-ABA3-66DD9959787A}"/>
              </a:ext>
            </a:extLst>
          </p:cNvPr>
          <p:cNvSpPr/>
          <p:nvPr/>
        </p:nvSpPr>
        <p:spPr>
          <a:xfrm>
            <a:off x="4773048" y="5849276"/>
            <a:ext cx="2880803" cy="486052"/>
          </a:xfrm>
          <a:prstGeom prst="rect">
            <a:avLst/>
          </a:prstGeom>
          <a:solidFill>
            <a:srgbClr val="A9A9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Type : EU DPP</a:t>
            </a:r>
          </a:p>
          <a:p>
            <a:pPr algn="ctr"/>
            <a:r>
              <a:rPr lang="en-US" sz="1100" dirty="0"/>
              <a:t>Subject: Battery #123</a:t>
            </a:r>
          </a:p>
        </p:txBody>
      </p:sp>
      <p:sp>
        <p:nvSpPr>
          <p:cNvPr id="44" name="ZoneTexte 43">
            <a:extLst>
              <a:ext uri="{FF2B5EF4-FFF2-40B4-BE49-F238E27FC236}">
                <a16:creationId xmlns:a16="http://schemas.microsoft.com/office/drawing/2014/main" id="{315C6268-CD05-44A2-B055-F58D913056F4}"/>
              </a:ext>
            </a:extLst>
          </p:cNvPr>
          <p:cNvSpPr txBox="1"/>
          <p:nvPr/>
        </p:nvSpPr>
        <p:spPr>
          <a:xfrm>
            <a:off x="3444532" y="5870955"/>
            <a:ext cx="1648142" cy="430887"/>
          </a:xfrm>
          <a:prstGeom prst="rect">
            <a:avLst/>
          </a:prstGeom>
          <a:noFill/>
        </p:spPr>
        <p:txBody>
          <a:bodyPr wrap="square">
            <a:spAutoFit/>
          </a:bodyPr>
          <a:lstStyle/>
          <a:p>
            <a:r>
              <a:rPr lang="fr-FR" sz="1100" dirty="0"/>
              <a:t>r</a:t>
            </a:r>
            <a:r>
              <a:rPr lang="en-GB" sz="1100" dirty="0" err="1"/>
              <a:t>eferences</a:t>
            </a:r>
            <a:r>
              <a:rPr lang="en-GB" sz="1100" dirty="0"/>
              <a:t> a </a:t>
            </a:r>
          </a:p>
          <a:p>
            <a:r>
              <a:rPr lang="en-GB" sz="1100" b="1" dirty="0"/>
              <a:t>(optional)</a:t>
            </a:r>
          </a:p>
        </p:txBody>
      </p:sp>
      <p:cxnSp>
        <p:nvCxnSpPr>
          <p:cNvPr id="45" name="Connecteur droit avec flèche 44">
            <a:extLst>
              <a:ext uri="{FF2B5EF4-FFF2-40B4-BE49-F238E27FC236}">
                <a16:creationId xmlns:a16="http://schemas.microsoft.com/office/drawing/2014/main" id="{1014157D-9738-40C0-91DB-2A171671DCDF}"/>
              </a:ext>
            </a:extLst>
          </p:cNvPr>
          <p:cNvCxnSpPr>
            <a:cxnSpLocks/>
            <a:stCxn id="42" idx="1"/>
            <a:endCxn id="26" idx="3"/>
          </p:cNvCxnSpPr>
          <p:nvPr/>
        </p:nvCxnSpPr>
        <p:spPr>
          <a:xfrm flipH="1" flipV="1">
            <a:off x="3490863" y="5516777"/>
            <a:ext cx="1282185" cy="575525"/>
          </a:xfrm>
          <a:prstGeom prst="straightConnector1">
            <a:avLst/>
          </a:prstGeom>
          <a:ln w="9525" cap="flat" cmpd="sng" algn="ctr">
            <a:solidFill>
              <a:schemeClr val="accent2"/>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48" name="Forme libre : forme 47">
            <a:extLst>
              <a:ext uri="{FF2B5EF4-FFF2-40B4-BE49-F238E27FC236}">
                <a16:creationId xmlns:a16="http://schemas.microsoft.com/office/drawing/2014/main" id="{995B2081-B493-433B-A11D-F7A61CA56897}"/>
              </a:ext>
            </a:extLst>
          </p:cNvPr>
          <p:cNvSpPr/>
          <p:nvPr/>
        </p:nvSpPr>
        <p:spPr>
          <a:xfrm>
            <a:off x="3453039" y="4040002"/>
            <a:ext cx="523840" cy="1439647"/>
          </a:xfrm>
          <a:custGeom>
            <a:avLst/>
            <a:gdLst>
              <a:gd name="connsiteX0" fmla="*/ 0 w 523840"/>
              <a:gd name="connsiteY0" fmla="*/ 1846555 h 1846555"/>
              <a:gd name="connsiteX1" fmla="*/ 523782 w 523840"/>
              <a:gd name="connsiteY1" fmla="*/ 692458 h 1846555"/>
              <a:gd name="connsiteX2" fmla="*/ 26633 w 523840"/>
              <a:gd name="connsiteY2" fmla="*/ 0 h 1846555"/>
            </a:gdLst>
            <a:ahLst/>
            <a:cxnLst>
              <a:cxn ang="0">
                <a:pos x="connsiteX0" y="connsiteY0"/>
              </a:cxn>
              <a:cxn ang="0">
                <a:pos x="connsiteX1" y="connsiteY1"/>
              </a:cxn>
              <a:cxn ang="0">
                <a:pos x="connsiteX2" y="connsiteY2"/>
              </a:cxn>
            </a:cxnLst>
            <a:rect l="l" t="t" r="r" b="b"/>
            <a:pathLst>
              <a:path w="523840" h="1846555">
                <a:moveTo>
                  <a:pt x="0" y="1846555"/>
                </a:moveTo>
                <a:cubicBezTo>
                  <a:pt x="259671" y="1423386"/>
                  <a:pt x="519343" y="1000217"/>
                  <a:pt x="523782" y="692458"/>
                </a:cubicBezTo>
                <a:cubicBezTo>
                  <a:pt x="528221" y="384699"/>
                  <a:pt x="277427" y="192349"/>
                  <a:pt x="26633" y="0"/>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0" name="Connecteur droit avec flèche 49">
            <a:extLst>
              <a:ext uri="{FF2B5EF4-FFF2-40B4-BE49-F238E27FC236}">
                <a16:creationId xmlns:a16="http://schemas.microsoft.com/office/drawing/2014/main" id="{D8639470-6AE9-41F9-806C-9E9F94AA5602}"/>
              </a:ext>
            </a:extLst>
          </p:cNvPr>
          <p:cNvCxnSpPr>
            <a:cxnSpLocks/>
            <a:stCxn id="48" idx="0"/>
          </p:cNvCxnSpPr>
          <p:nvPr/>
        </p:nvCxnSpPr>
        <p:spPr>
          <a:xfrm flipV="1">
            <a:off x="3453039" y="3490703"/>
            <a:ext cx="3349471" cy="19889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ZoneTexte 48">
            <a:extLst>
              <a:ext uri="{FF2B5EF4-FFF2-40B4-BE49-F238E27FC236}">
                <a16:creationId xmlns:a16="http://schemas.microsoft.com/office/drawing/2014/main" id="{54E5EA8A-345F-4CFA-85BA-D4D403C7F5C4}"/>
              </a:ext>
            </a:extLst>
          </p:cNvPr>
          <p:cNvSpPr txBox="1"/>
          <p:nvPr/>
        </p:nvSpPr>
        <p:spPr>
          <a:xfrm rot="19991014">
            <a:off x="4329896" y="4435132"/>
            <a:ext cx="1428071" cy="261610"/>
          </a:xfrm>
          <a:prstGeom prst="rect">
            <a:avLst/>
          </a:prstGeom>
          <a:solidFill>
            <a:schemeClr val="bg2"/>
          </a:solidFill>
        </p:spPr>
        <p:txBody>
          <a:bodyPr wrap="square">
            <a:spAutoFit/>
          </a:bodyPr>
          <a:lstStyle/>
          <a:p>
            <a:r>
              <a:rPr lang="en-GB" sz="1100" dirty="0" err="1"/>
              <a:t>issuer:recognizedIn</a:t>
            </a:r>
            <a:endParaRPr lang="en-GB" sz="1100" dirty="0"/>
          </a:p>
        </p:txBody>
      </p:sp>
      <p:sp>
        <p:nvSpPr>
          <p:cNvPr id="53" name="ZoneTexte 52">
            <a:extLst>
              <a:ext uri="{FF2B5EF4-FFF2-40B4-BE49-F238E27FC236}">
                <a16:creationId xmlns:a16="http://schemas.microsoft.com/office/drawing/2014/main" id="{A6879C0C-1DF4-4B69-9D3A-2BCB1260516F}"/>
              </a:ext>
            </a:extLst>
          </p:cNvPr>
          <p:cNvSpPr txBox="1"/>
          <p:nvPr/>
        </p:nvSpPr>
        <p:spPr>
          <a:xfrm>
            <a:off x="3090462" y="4748237"/>
            <a:ext cx="861768" cy="430887"/>
          </a:xfrm>
          <a:prstGeom prst="rect">
            <a:avLst/>
          </a:prstGeom>
          <a:solidFill>
            <a:schemeClr val="bg2"/>
          </a:solidFill>
        </p:spPr>
        <p:txBody>
          <a:bodyPr wrap="square">
            <a:spAutoFit/>
          </a:bodyPr>
          <a:lstStyle/>
          <a:p>
            <a:r>
              <a:rPr lang="en-GB" sz="1100" dirty="0" err="1"/>
              <a:t>issuer:re</a:t>
            </a:r>
            <a:r>
              <a:rPr lang="en-GB" sz="1100" dirty="0"/>
              <a:t>-</a:t>
            </a:r>
          </a:p>
          <a:p>
            <a:r>
              <a:rPr lang="en-GB" sz="1100" dirty="0" err="1"/>
              <a:t>cognizedIn</a:t>
            </a:r>
            <a:endParaRPr lang="en-GB" sz="1100" dirty="0"/>
          </a:p>
        </p:txBody>
      </p:sp>
      <p:sp>
        <p:nvSpPr>
          <p:cNvPr id="38" name="Rectangle 37">
            <a:extLst>
              <a:ext uri="{FF2B5EF4-FFF2-40B4-BE49-F238E27FC236}">
                <a16:creationId xmlns:a16="http://schemas.microsoft.com/office/drawing/2014/main" id="{7D0096A4-0AFD-4C25-9B9D-CAC21ACF472F}"/>
              </a:ext>
            </a:extLst>
          </p:cNvPr>
          <p:cNvSpPr/>
          <p:nvPr/>
        </p:nvSpPr>
        <p:spPr>
          <a:xfrm>
            <a:off x="9441695" y="4936098"/>
            <a:ext cx="2705891" cy="486052"/>
          </a:xfrm>
          <a:prstGeom prst="rect">
            <a:avLst/>
          </a:prstGeom>
          <a:solidFill>
            <a:srgbClr val="A9A9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Type : </a:t>
            </a:r>
            <a:r>
              <a:rPr lang="en-US" sz="1100" dirty="0" err="1"/>
              <a:t>untp:DigitalConformityCredential</a:t>
            </a:r>
            <a:endParaRPr lang="en-US" sz="1100" dirty="0"/>
          </a:p>
          <a:p>
            <a:pPr algn="ctr"/>
            <a:r>
              <a:rPr lang="en-US" sz="1100" dirty="0"/>
              <a:t>Subject: EU Declaration of Conformity</a:t>
            </a:r>
          </a:p>
        </p:txBody>
      </p:sp>
      <p:sp>
        <p:nvSpPr>
          <p:cNvPr id="39" name="ZoneTexte 38">
            <a:extLst>
              <a:ext uri="{FF2B5EF4-FFF2-40B4-BE49-F238E27FC236}">
                <a16:creationId xmlns:a16="http://schemas.microsoft.com/office/drawing/2014/main" id="{6FB47641-989C-4DDF-9A7D-6444A77E5109}"/>
              </a:ext>
            </a:extLst>
          </p:cNvPr>
          <p:cNvSpPr txBox="1"/>
          <p:nvPr/>
        </p:nvSpPr>
        <p:spPr>
          <a:xfrm>
            <a:off x="7564722" y="5039557"/>
            <a:ext cx="821578" cy="261610"/>
          </a:xfrm>
          <a:prstGeom prst="rect">
            <a:avLst/>
          </a:prstGeom>
          <a:noFill/>
        </p:spPr>
        <p:txBody>
          <a:bodyPr wrap="square">
            <a:spAutoFit/>
          </a:bodyPr>
          <a:lstStyle/>
          <a:p>
            <a:r>
              <a:rPr lang="en-GB" sz="1100" dirty="0"/>
              <a:t> issues </a:t>
            </a:r>
          </a:p>
        </p:txBody>
      </p:sp>
      <p:cxnSp>
        <p:nvCxnSpPr>
          <p:cNvPr id="43" name="Connecteur droit avec flèche 42">
            <a:extLst>
              <a:ext uri="{FF2B5EF4-FFF2-40B4-BE49-F238E27FC236}">
                <a16:creationId xmlns:a16="http://schemas.microsoft.com/office/drawing/2014/main" id="{0D6EC419-F946-4309-9221-D2539388A617}"/>
              </a:ext>
            </a:extLst>
          </p:cNvPr>
          <p:cNvCxnSpPr>
            <a:cxnSpLocks/>
            <a:stCxn id="37" idx="3"/>
          </p:cNvCxnSpPr>
          <p:nvPr/>
        </p:nvCxnSpPr>
        <p:spPr>
          <a:xfrm flipV="1">
            <a:off x="7294187" y="5312145"/>
            <a:ext cx="1641849" cy="244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50C881AF-9568-4BAE-86F3-6EF7CCA21506}"/>
              </a:ext>
            </a:extLst>
          </p:cNvPr>
          <p:cNvSpPr/>
          <p:nvPr/>
        </p:nvSpPr>
        <p:spPr>
          <a:xfrm>
            <a:off x="9431438" y="5606276"/>
            <a:ext cx="2596132" cy="486052"/>
          </a:xfrm>
          <a:prstGeom prst="rect">
            <a:avLst/>
          </a:prstGeom>
          <a:solidFill>
            <a:srgbClr val="A9A9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EU Declaration of Conformity</a:t>
            </a:r>
          </a:p>
        </p:txBody>
      </p:sp>
      <p:sp>
        <p:nvSpPr>
          <p:cNvPr id="51" name="ZoneTexte 50">
            <a:extLst>
              <a:ext uri="{FF2B5EF4-FFF2-40B4-BE49-F238E27FC236}">
                <a16:creationId xmlns:a16="http://schemas.microsoft.com/office/drawing/2014/main" id="{7F2EE0BE-D83C-49B7-A930-CF117DD0E894}"/>
              </a:ext>
            </a:extLst>
          </p:cNvPr>
          <p:cNvSpPr txBox="1"/>
          <p:nvPr/>
        </p:nvSpPr>
        <p:spPr>
          <a:xfrm>
            <a:off x="7681624" y="5548418"/>
            <a:ext cx="1102568" cy="261610"/>
          </a:xfrm>
          <a:prstGeom prst="rect">
            <a:avLst/>
          </a:prstGeom>
          <a:noFill/>
        </p:spPr>
        <p:txBody>
          <a:bodyPr wrap="square">
            <a:spAutoFit/>
          </a:bodyPr>
          <a:lstStyle/>
          <a:p>
            <a:r>
              <a:rPr lang="en-GB" sz="1100" dirty="0"/>
              <a:t>is about</a:t>
            </a:r>
          </a:p>
        </p:txBody>
      </p:sp>
      <p:sp>
        <p:nvSpPr>
          <p:cNvPr id="52" name="ZoneTexte 51">
            <a:extLst>
              <a:ext uri="{FF2B5EF4-FFF2-40B4-BE49-F238E27FC236}">
                <a16:creationId xmlns:a16="http://schemas.microsoft.com/office/drawing/2014/main" id="{277316F2-4A5B-4018-B4FD-CBA08C787C68}"/>
              </a:ext>
            </a:extLst>
          </p:cNvPr>
          <p:cNvSpPr txBox="1"/>
          <p:nvPr/>
        </p:nvSpPr>
        <p:spPr>
          <a:xfrm>
            <a:off x="9188599" y="5360542"/>
            <a:ext cx="821578" cy="261610"/>
          </a:xfrm>
          <a:prstGeom prst="rect">
            <a:avLst/>
          </a:prstGeom>
          <a:noFill/>
        </p:spPr>
        <p:txBody>
          <a:bodyPr wrap="square">
            <a:spAutoFit/>
          </a:bodyPr>
          <a:lstStyle/>
          <a:p>
            <a:r>
              <a:rPr lang="fr-FR" sz="1100" dirty="0"/>
              <a:t>o</a:t>
            </a:r>
            <a:r>
              <a:rPr lang="en-GB" sz="1100" dirty="0"/>
              <a:t>r</a:t>
            </a:r>
          </a:p>
        </p:txBody>
      </p:sp>
      <p:pic>
        <p:nvPicPr>
          <p:cNvPr id="12" name="Image 11">
            <a:extLst>
              <a:ext uri="{FF2B5EF4-FFF2-40B4-BE49-F238E27FC236}">
                <a16:creationId xmlns:a16="http://schemas.microsoft.com/office/drawing/2014/main" id="{B82BCE60-52C4-46F7-988B-9EF763C66FEC}"/>
              </a:ext>
            </a:extLst>
          </p:cNvPr>
          <p:cNvPicPr>
            <a:picLocks noChangeAspect="1"/>
          </p:cNvPicPr>
          <p:nvPr/>
        </p:nvPicPr>
        <p:blipFill>
          <a:blip r:embed="rId3"/>
          <a:stretch>
            <a:fillRect/>
          </a:stretch>
        </p:blipFill>
        <p:spPr>
          <a:xfrm>
            <a:off x="11705322" y="5451354"/>
            <a:ext cx="407163" cy="466748"/>
          </a:xfrm>
          <a:prstGeom prst="rect">
            <a:avLst/>
          </a:prstGeom>
        </p:spPr>
      </p:pic>
      <p:sp>
        <p:nvSpPr>
          <p:cNvPr id="55" name="ZoneTexte 54">
            <a:extLst>
              <a:ext uri="{FF2B5EF4-FFF2-40B4-BE49-F238E27FC236}">
                <a16:creationId xmlns:a16="http://schemas.microsoft.com/office/drawing/2014/main" id="{6EB76A7C-9C7D-49CC-938A-11418E10F0DF}"/>
              </a:ext>
            </a:extLst>
          </p:cNvPr>
          <p:cNvSpPr txBox="1"/>
          <p:nvPr/>
        </p:nvSpPr>
        <p:spPr>
          <a:xfrm>
            <a:off x="9323912" y="3969653"/>
            <a:ext cx="2522454" cy="430887"/>
          </a:xfrm>
          <a:prstGeom prst="rect">
            <a:avLst/>
          </a:prstGeom>
          <a:noFill/>
        </p:spPr>
        <p:txBody>
          <a:bodyPr wrap="square">
            <a:spAutoFit/>
          </a:bodyPr>
          <a:lstStyle/>
          <a:p>
            <a:r>
              <a:rPr lang="en-GB" sz="1100" b="0" i="0" dirty="0">
                <a:solidFill>
                  <a:srgbClr val="333333"/>
                </a:solidFill>
                <a:effectLst/>
              </a:rPr>
              <a:t>The EU Declaration of Conformity identifies battery model/item</a:t>
            </a:r>
            <a:endParaRPr lang="en-GB" sz="1100" dirty="0"/>
          </a:p>
        </p:txBody>
      </p:sp>
      <p:sp>
        <p:nvSpPr>
          <p:cNvPr id="56" name="Accolade ouvrante 55">
            <a:extLst>
              <a:ext uri="{FF2B5EF4-FFF2-40B4-BE49-F238E27FC236}">
                <a16:creationId xmlns:a16="http://schemas.microsoft.com/office/drawing/2014/main" id="{CA96DB69-3882-4DF7-AF01-6A2F1F7A6C52}"/>
              </a:ext>
            </a:extLst>
          </p:cNvPr>
          <p:cNvSpPr/>
          <p:nvPr/>
        </p:nvSpPr>
        <p:spPr>
          <a:xfrm>
            <a:off x="9172605" y="5018735"/>
            <a:ext cx="100425" cy="1067664"/>
          </a:xfrm>
          <a:prstGeom prst="leftBrace">
            <a:avLst>
              <a:gd name="adj1" fmla="val 86826"/>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2" name="Titre 3">
            <a:extLst>
              <a:ext uri="{FF2B5EF4-FFF2-40B4-BE49-F238E27FC236}">
                <a16:creationId xmlns:a16="http://schemas.microsoft.com/office/drawing/2014/main" id="{A6D6E0F7-FD1B-4B6D-963D-682014770B48}"/>
              </a:ext>
            </a:extLst>
          </p:cNvPr>
          <p:cNvSpPr txBox="1">
            <a:spLocks/>
          </p:cNvSpPr>
          <p:nvPr/>
        </p:nvSpPr>
        <p:spPr>
          <a:xfrm>
            <a:off x="485412" y="396037"/>
            <a:ext cx="9325650" cy="840533"/>
          </a:xfrm>
          <a:prstGeom prst="rect">
            <a:avLst/>
          </a:prstGeom>
        </p:spPr>
        <p:txBody>
          <a:bodyPr vert="horz" lIns="91440" tIns="45720" rIns="91440" bIns="45720" rtlCol="0" anchor="t">
            <a:normAutofit/>
          </a:bodyPr>
          <a:lstStyle>
            <a:lvl1pPr algn="l" defTabSz="914400" rtl="0" eaLnBrk="1" fontAlgn="auto" latinLnBrk="0" hangingPunct="1">
              <a:lnSpc>
                <a:spcPct val="90000"/>
              </a:lnSpc>
              <a:spcBef>
                <a:spcPct val="0"/>
              </a:spcBef>
              <a:buNone/>
              <a:defRPr sz="2800" kern="1200">
                <a:solidFill>
                  <a:srgbClr val="D5682D"/>
                </a:solidFill>
                <a:latin typeface="Arial Nova" panose="020B0504020202020204" pitchFamily="34" charset="0"/>
                <a:ea typeface="+mj-ea"/>
                <a:cs typeface="+mj-cs"/>
              </a:defRPr>
            </a:lvl1pPr>
          </a:lstStyle>
          <a:p>
            <a:r>
              <a:rPr lang="en-US" dirty="0"/>
              <a:t>Proposed ecosystem example (Recognized Entities Rec.)</a:t>
            </a:r>
          </a:p>
        </p:txBody>
      </p:sp>
      <p:cxnSp>
        <p:nvCxnSpPr>
          <p:cNvPr id="64" name="Connecteur droit avec flèche 63">
            <a:extLst>
              <a:ext uri="{FF2B5EF4-FFF2-40B4-BE49-F238E27FC236}">
                <a16:creationId xmlns:a16="http://schemas.microsoft.com/office/drawing/2014/main" id="{60B4D247-EC9F-4D58-B546-0A2A369AF5CA}"/>
              </a:ext>
            </a:extLst>
          </p:cNvPr>
          <p:cNvCxnSpPr>
            <a:cxnSpLocks/>
            <a:stCxn id="42" idx="3"/>
          </p:cNvCxnSpPr>
          <p:nvPr/>
        </p:nvCxnSpPr>
        <p:spPr>
          <a:xfrm flipV="1">
            <a:off x="7653851" y="5623926"/>
            <a:ext cx="1282185" cy="4683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Connecteur droit avec flèche 70">
            <a:extLst>
              <a:ext uri="{FF2B5EF4-FFF2-40B4-BE49-F238E27FC236}">
                <a16:creationId xmlns:a16="http://schemas.microsoft.com/office/drawing/2014/main" id="{F774750C-6376-41C4-AD3F-17E03BA9220C}"/>
              </a:ext>
            </a:extLst>
          </p:cNvPr>
          <p:cNvCxnSpPr>
            <a:cxnSpLocks/>
          </p:cNvCxnSpPr>
          <p:nvPr/>
        </p:nvCxnSpPr>
        <p:spPr>
          <a:xfrm flipH="1" flipV="1">
            <a:off x="2450237" y="6626615"/>
            <a:ext cx="6571062" cy="49909"/>
          </a:xfrm>
          <a:prstGeom prst="straightConnector1">
            <a:avLst/>
          </a:prstGeom>
          <a:ln>
            <a:tailEnd type="none"/>
          </a:ln>
        </p:spPr>
        <p:style>
          <a:lnRef idx="2">
            <a:schemeClr val="accent1"/>
          </a:lnRef>
          <a:fillRef idx="0">
            <a:schemeClr val="accent1"/>
          </a:fillRef>
          <a:effectRef idx="1">
            <a:schemeClr val="accent1"/>
          </a:effectRef>
          <a:fontRef idx="minor">
            <a:schemeClr val="tx1"/>
          </a:fontRef>
        </p:style>
      </p:cxnSp>
      <p:cxnSp>
        <p:nvCxnSpPr>
          <p:cNvPr id="75" name="Connecteur droit avec flèche 74">
            <a:extLst>
              <a:ext uri="{FF2B5EF4-FFF2-40B4-BE49-F238E27FC236}">
                <a16:creationId xmlns:a16="http://schemas.microsoft.com/office/drawing/2014/main" id="{A81FF83E-C06D-497F-8CC5-DAEACFA2FAA8}"/>
              </a:ext>
            </a:extLst>
          </p:cNvPr>
          <p:cNvCxnSpPr>
            <a:cxnSpLocks/>
          </p:cNvCxnSpPr>
          <p:nvPr/>
        </p:nvCxnSpPr>
        <p:spPr>
          <a:xfrm flipH="1" flipV="1">
            <a:off x="2324487" y="5849277"/>
            <a:ext cx="125750" cy="7773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9" name="ZoneTexte 78">
            <a:extLst>
              <a:ext uri="{FF2B5EF4-FFF2-40B4-BE49-F238E27FC236}">
                <a16:creationId xmlns:a16="http://schemas.microsoft.com/office/drawing/2014/main" id="{07E3C509-34C8-4AF5-9E77-766354571BE2}"/>
              </a:ext>
            </a:extLst>
          </p:cNvPr>
          <p:cNvSpPr txBox="1"/>
          <p:nvPr/>
        </p:nvSpPr>
        <p:spPr>
          <a:xfrm>
            <a:off x="2724960" y="6411743"/>
            <a:ext cx="1102568" cy="261610"/>
          </a:xfrm>
          <a:prstGeom prst="rect">
            <a:avLst/>
          </a:prstGeom>
          <a:noFill/>
        </p:spPr>
        <p:txBody>
          <a:bodyPr wrap="square">
            <a:spAutoFit/>
          </a:bodyPr>
          <a:lstStyle/>
          <a:p>
            <a:r>
              <a:rPr lang="en-GB" sz="1100" dirty="0"/>
              <a:t>references a</a:t>
            </a:r>
          </a:p>
        </p:txBody>
      </p:sp>
      <p:sp>
        <p:nvSpPr>
          <p:cNvPr id="84" name="Rectangle 83">
            <a:extLst>
              <a:ext uri="{FF2B5EF4-FFF2-40B4-BE49-F238E27FC236}">
                <a16:creationId xmlns:a16="http://schemas.microsoft.com/office/drawing/2014/main" id="{8B9A4CA8-C2DD-4ECC-A12A-8E3676E55A6A}"/>
              </a:ext>
            </a:extLst>
          </p:cNvPr>
          <p:cNvSpPr/>
          <p:nvPr/>
        </p:nvSpPr>
        <p:spPr>
          <a:xfrm>
            <a:off x="9422971" y="6310065"/>
            <a:ext cx="2596132" cy="486052"/>
          </a:xfrm>
          <a:prstGeom prst="rect">
            <a:avLst/>
          </a:prstGeom>
          <a:solidFill>
            <a:srgbClr val="A9A9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Results of test reports proving compliance</a:t>
            </a:r>
            <a:endParaRPr lang="en-US" sz="1100" dirty="0"/>
          </a:p>
        </p:txBody>
      </p:sp>
      <p:pic>
        <p:nvPicPr>
          <p:cNvPr id="85" name="Image 84">
            <a:extLst>
              <a:ext uri="{FF2B5EF4-FFF2-40B4-BE49-F238E27FC236}">
                <a16:creationId xmlns:a16="http://schemas.microsoft.com/office/drawing/2014/main" id="{8B706500-4598-426C-9BFB-35428DD6CAF9}"/>
              </a:ext>
            </a:extLst>
          </p:cNvPr>
          <p:cNvPicPr>
            <a:picLocks noChangeAspect="1"/>
          </p:cNvPicPr>
          <p:nvPr/>
        </p:nvPicPr>
        <p:blipFill>
          <a:blip r:embed="rId3"/>
          <a:stretch>
            <a:fillRect/>
          </a:stretch>
        </p:blipFill>
        <p:spPr>
          <a:xfrm>
            <a:off x="11763247" y="6155143"/>
            <a:ext cx="407163" cy="466748"/>
          </a:xfrm>
          <a:prstGeom prst="rect">
            <a:avLst/>
          </a:prstGeom>
        </p:spPr>
      </p:pic>
      <p:cxnSp>
        <p:nvCxnSpPr>
          <p:cNvPr id="86" name="Connecteur droit avec flèche 85">
            <a:extLst>
              <a:ext uri="{FF2B5EF4-FFF2-40B4-BE49-F238E27FC236}">
                <a16:creationId xmlns:a16="http://schemas.microsoft.com/office/drawing/2014/main" id="{FB8BF606-7ED6-4B86-B7F5-9828B1F4D961}"/>
              </a:ext>
            </a:extLst>
          </p:cNvPr>
          <p:cNvCxnSpPr>
            <a:cxnSpLocks/>
            <a:stCxn id="42" idx="3"/>
            <a:endCxn id="84" idx="1"/>
          </p:cNvCxnSpPr>
          <p:nvPr/>
        </p:nvCxnSpPr>
        <p:spPr>
          <a:xfrm>
            <a:off x="7653851" y="6092302"/>
            <a:ext cx="1769120" cy="460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ZoneTexte 88">
            <a:extLst>
              <a:ext uri="{FF2B5EF4-FFF2-40B4-BE49-F238E27FC236}">
                <a16:creationId xmlns:a16="http://schemas.microsoft.com/office/drawing/2014/main" id="{F43DEF78-3EBF-4026-A642-5CA1BBE50327}"/>
              </a:ext>
            </a:extLst>
          </p:cNvPr>
          <p:cNvSpPr txBox="1"/>
          <p:nvPr/>
        </p:nvSpPr>
        <p:spPr>
          <a:xfrm>
            <a:off x="8221344" y="6354027"/>
            <a:ext cx="1102568" cy="261610"/>
          </a:xfrm>
          <a:prstGeom prst="rect">
            <a:avLst/>
          </a:prstGeom>
          <a:noFill/>
        </p:spPr>
        <p:txBody>
          <a:bodyPr wrap="square">
            <a:spAutoFit/>
          </a:bodyPr>
          <a:lstStyle/>
          <a:p>
            <a:r>
              <a:rPr lang="en-GB" sz="1100" dirty="0"/>
              <a:t>references</a:t>
            </a:r>
          </a:p>
        </p:txBody>
      </p:sp>
      <p:cxnSp>
        <p:nvCxnSpPr>
          <p:cNvPr id="90" name="Connecteur droit avec flèche 89">
            <a:extLst>
              <a:ext uri="{FF2B5EF4-FFF2-40B4-BE49-F238E27FC236}">
                <a16:creationId xmlns:a16="http://schemas.microsoft.com/office/drawing/2014/main" id="{98AB75B4-7931-4F4C-AC5A-D10E3EB3C265}"/>
              </a:ext>
            </a:extLst>
          </p:cNvPr>
          <p:cNvCxnSpPr>
            <a:cxnSpLocks/>
          </p:cNvCxnSpPr>
          <p:nvPr/>
        </p:nvCxnSpPr>
        <p:spPr>
          <a:xfrm flipH="1">
            <a:off x="7748031" y="5526364"/>
            <a:ext cx="1126104" cy="4089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6" name="ZoneTexte 95">
            <a:extLst>
              <a:ext uri="{FF2B5EF4-FFF2-40B4-BE49-F238E27FC236}">
                <a16:creationId xmlns:a16="http://schemas.microsoft.com/office/drawing/2014/main" id="{8C55F503-4134-4E66-8235-74B5BFEE2BA0}"/>
              </a:ext>
            </a:extLst>
          </p:cNvPr>
          <p:cNvSpPr txBox="1"/>
          <p:nvPr/>
        </p:nvSpPr>
        <p:spPr>
          <a:xfrm>
            <a:off x="8170492" y="5849976"/>
            <a:ext cx="1102568" cy="261610"/>
          </a:xfrm>
          <a:prstGeom prst="rect">
            <a:avLst/>
          </a:prstGeom>
          <a:noFill/>
        </p:spPr>
        <p:txBody>
          <a:bodyPr wrap="square">
            <a:spAutoFit/>
          </a:bodyPr>
          <a:lstStyle/>
          <a:p>
            <a:r>
              <a:rPr lang="en-GB" sz="1100" dirty="0"/>
              <a:t>references a</a:t>
            </a:r>
          </a:p>
        </p:txBody>
      </p:sp>
    </p:spTree>
    <p:extLst>
      <p:ext uri="{BB962C8B-B14F-4D97-AF65-F5344CB8AC3E}">
        <p14:creationId xmlns:p14="http://schemas.microsoft.com/office/powerpoint/2010/main" val="152177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C83F5A5A-E441-48F4-89A6-9B456918B51C}"/>
              </a:ext>
            </a:extLst>
          </p:cNvPr>
          <p:cNvSpPr>
            <a:spLocks noGrp="1"/>
          </p:cNvSpPr>
          <p:nvPr>
            <p:ph type="title"/>
          </p:nvPr>
        </p:nvSpPr>
        <p:spPr/>
        <p:txBody>
          <a:bodyPr/>
          <a:lstStyle/>
          <a:p>
            <a:r>
              <a:rPr lang="en-US" dirty="0"/>
              <a:t>EU Declaration of Conformity (From Battery Regulation)</a:t>
            </a:r>
          </a:p>
        </p:txBody>
      </p:sp>
      <p:pic>
        <p:nvPicPr>
          <p:cNvPr id="10" name="Image 9">
            <a:extLst>
              <a:ext uri="{FF2B5EF4-FFF2-40B4-BE49-F238E27FC236}">
                <a16:creationId xmlns:a16="http://schemas.microsoft.com/office/drawing/2014/main" id="{A6DF5CBE-C34B-4FEE-958A-14214FEE880E}"/>
              </a:ext>
            </a:extLst>
          </p:cNvPr>
          <p:cNvPicPr>
            <a:picLocks noChangeAspect="1"/>
          </p:cNvPicPr>
          <p:nvPr/>
        </p:nvPicPr>
        <p:blipFill>
          <a:blip r:embed="rId2"/>
          <a:stretch>
            <a:fillRect/>
          </a:stretch>
        </p:blipFill>
        <p:spPr>
          <a:xfrm>
            <a:off x="2059464" y="1559511"/>
            <a:ext cx="8445934" cy="4902452"/>
          </a:xfrm>
          <a:prstGeom prst="rect">
            <a:avLst/>
          </a:prstGeom>
        </p:spPr>
      </p:pic>
    </p:spTree>
    <p:extLst>
      <p:ext uri="{BB962C8B-B14F-4D97-AF65-F5344CB8AC3E}">
        <p14:creationId xmlns:p14="http://schemas.microsoft.com/office/powerpoint/2010/main" val="2047543577"/>
      </p:ext>
    </p:extLst>
  </p:cSld>
  <p:clrMapOvr>
    <a:masterClrMapping/>
  </p:clrMapOvr>
</p:sld>
</file>

<file path=ppt/theme/theme1.xml><?xml version="1.0" encoding="utf-8"?>
<a:theme xmlns:a="http://schemas.openxmlformats.org/drawingml/2006/main" name="Office Theme">
  <a:themeElements>
    <a:clrScheme name="Custom 1">
      <a:dk1>
        <a:srgbClr val="132C3B"/>
      </a:dk1>
      <a:lt1>
        <a:srgbClr val="FFFFFF"/>
      </a:lt1>
      <a:dk2>
        <a:srgbClr val="0E2841"/>
      </a:dk2>
      <a:lt2>
        <a:srgbClr val="FEFFFF"/>
      </a:lt2>
      <a:accent1>
        <a:srgbClr val="00997F"/>
      </a:accent1>
      <a:accent2>
        <a:srgbClr val="00997F"/>
      </a:accent2>
      <a:accent3>
        <a:srgbClr val="E66F23"/>
      </a:accent3>
      <a:accent4>
        <a:srgbClr val="E47023"/>
      </a:accent4>
      <a:accent5>
        <a:srgbClr val="F2F3F6"/>
      </a:accent5>
      <a:accent6>
        <a:srgbClr val="DEE0E1"/>
      </a:accent6>
      <a:hlink>
        <a:srgbClr val="00997F"/>
      </a:hlink>
      <a:folHlink>
        <a:srgbClr val="0099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a178342-c474-4f7c-9a56-2756f39ab445" xsi:nil="true"/>
    <lcf76f155ced4ddcb4097134ff3c332f xmlns="fc81d876-ed3b-4271-b2a1-99fae12e983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31FAB17FFB6D4BB9344AF0CD795D35" ma:contentTypeVersion="15" ma:contentTypeDescription="Create a new document." ma:contentTypeScope="" ma:versionID="0ac05e8e2bc6f5256760a82550b7ede5">
  <xsd:schema xmlns:xsd="http://www.w3.org/2001/XMLSchema" xmlns:xs="http://www.w3.org/2001/XMLSchema" xmlns:p="http://schemas.microsoft.com/office/2006/metadata/properties" xmlns:ns2="fc81d876-ed3b-4271-b2a1-99fae12e983f" xmlns:ns3="8a178342-c474-4f7c-9a56-2756f39ab445" targetNamespace="http://schemas.microsoft.com/office/2006/metadata/properties" ma:root="true" ma:fieldsID="85901bbbbb7d89715cd7204edc06cf1f" ns2:_="" ns3:_="">
    <xsd:import namespace="fc81d876-ed3b-4271-b2a1-99fae12e983f"/>
    <xsd:import namespace="8a178342-c474-4f7c-9a56-2756f39ab44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1d876-ed3b-4271-b2a1-99fae12e98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d50fce9-f29c-4d5c-8af8-a670bfb0d937"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178342-c474-4f7c-9a56-2756f39ab44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6e45202-d6bd-4886-b8a4-badb3dbf0909}" ma:internalName="TaxCatchAll" ma:showField="CatchAllData" ma:web="8a178342-c474-4f7c-9a56-2756f39ab44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051A39-99FC-43D6-AE54-4F4E42A73BFE}">
  <ds:schemaRefs>
    <ds:schemaRef ds:uri="http://schemas.microsoft.com/sharepoint/v3/contenttype/forms"/>
  </ds:schemaRefs>
</ds:datastoreItem>
</file>

<file path=customXml/itemProps2.xml><?xml version="1.0" encoding="utf-8"?>
<ds:datastoreItem xmlns:ds="http://schemas.openxmlformats.org/officeDocument/2006/customXml" ds:itemID="{45ED7ED7-6B9C-4E48-A8D2-FF87749910A1}">
  <ds:schemaRefs>
    <ds:schemaRef ds:uri="http://purl.org/dc/elements/1.1/"/>
    <ds:schemaRef ds:uri="http://purl.org/dc/terms/"/>
    <ds:schemaRef ds:uri="http://schemas.microsoft.com/office/infopath/2007/PartnerControls"/>
    <ds:schemaRef ds:uri="http://purl.org/dc/dcmitype/"/>
    <ds:schemaRef ds:uri="http://schemas.openxmlformats.org/package/2006/metadata/core-properties"/>
    <ds:schemaRef ds:uri="http://schemas.microsoft.com/office/2006/documentManagement/types"/>
    <ds:schemaRef ds:uri="fc81d876-ed3b-4271-b2a1-99fae12e983f"/>
    <ds:schemaRef ds:uri="8a178342-c474-4f7c-9a56-2756f39ab44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6F695D6-DC8D-40B4-B941-E0CE78BDC6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81d876-ed3b-4271-b2a1-99fae12e983f"/>
    <ds:schemaRef ds:uri="8a178342-c474-4f7c-9a56-2756f39ab4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28413</TotalTime>
  <Words>802</Words>
  <Application>Microsoft Office PowerPoint</Application>
  <PresentationFormat>Grand écran</PresentationFormat>
  <Paragraphs>79</Paragraphs>
  <Slides>5</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5</vt:i4>
      </vt:variant>
    </vt:vector>
  </HeadingPairs>
  <TitlesOfParts>
    <vt:vector size="13" baseType="lpstr">
      <vt:lpstr>Aptos</vt:lpstr>
      <vt:lpstr>Arial</vt:lpstr>
      <vt:lpstr>Arial Nova</vt:lpstr>
      <vt:lpstr>Calibri</vt:lpstr>
      <vt:lpstr>Courier New</vt:lpstr>
      <vt:lpstr>Symbol</vt:lpstr>
      <vt:lpstr>Wingdings</vt:lpstr>
      <vt:lpstr>Office Theme</vt:lpstr>
      <vt:lpstr>W3C VCWG TF Vocabularies for DPP</vt:lpstr>
      <vt:lpstr>Updates August 24 meeting</vt:lpstr>
      <vt:lpstr>Updates August 24 meeting</vt:lpstr>
      <vt:lpstr>www.tic-council.org/ TIC Council currently represents over 100 international third-party testing, inspection, certification and verification organisations around the world.</vt:lpstr>
      <vt:lpstr>EU Declaration of Conformity (From Battery Regulation)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CIRPASS-2</dc:title>
  <dc:creator>Marina Isabel Ramos Domingas</dc:creator>
  <cp:lastModifiedBy>BERNIER Carolynn 203539</cp:lastModifiedBy>
  <cp:revision>2488</cp:revision>
  <dcterms:created xsi:type="dcterms:W3CDTF">2024-05-27T18:09:28Z</dcterms:created>
  <dcterms:modified xsi:type="dcterms:W3CDTF">2026-08-31T19:45:37Z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0x0101003C31FAB17FFB6D4BB9344AF0CD795D35</vt:lpwstr>
  </property>
  <property fmtid="{D5CDD505-2E9C-101B-9397-08002B2CF9AE}" pid="3" name="MediaServiceImageTags">
    <vt:lpwstr/>
  </property>
</Properties>
</file>